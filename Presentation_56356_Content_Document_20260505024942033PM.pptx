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Oi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6KXsO0LBU8NCzkFqO9BItqBFL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O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8264" y="0"/>
            <a:ext cx="2163282" cy="9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Files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268760"/>
            <a:ext cx="8363272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file is an abstraction provided by the Operating System to store information, typically on a permanent storage device like a hard disk and be able to retrieve the same later.</a:t>
            </a:r>
            <a:endParaRPr/>
          </a:p>
          <a:p>
            <a:pPr indent="-266573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300"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file on disk is accessed through a pointer of type 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FILE *, declared in stdio.h.​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skeleton: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Declare: FILE *fp;​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Open: fp = fopen("data.txt", "r");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Use: reading/writing functions like fprintf, fscanf, fgets, fputs, fread, fwrite.​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Close: fclose(fp);​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 Types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File types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lang="en-US">
                <a:solidFill>
                  <a:srgbClr val="FF0000"/>
                </a:solidFill>
              </a:rPr>
              <a:t>Text files</a:t>
            </a:r>
            <a:r>
              <a:rPr lang="en-US"/>
              <a:t>: store human‑readable characters (e.g., .txt).​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lang="en-US">
                <a:solidFill>
                  <a:srgbClr val="FF0000"/>
                </a:solidFill>
              </a:rPr>
              <a:t>Binary files</a:t>
            </a:r>
            <a:r>
              <a:rPr lang="en-US"/>
              <a:t>: store data in binary form (e.g., .bin), usually accessed with fread/fwrite.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Common modes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251520" y="1600200"/>
            <a:ext cx="871296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Create/open with 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fopen("file.txt", “mode"); 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where mode is for example:​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"r": read existing text file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"w": write text, create/overwrite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"a": append text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"rb", "wb", "ab": same but binary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"r+", "w+", "a+" and b variants: read/write combinations​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File Operations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Read text: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fscanf(fp, "%d", &amp;x); (formatted)​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fgets(buf, size, fp); for lines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getc(fp) / fgets for character/line level​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Write text: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fprintf(fp, "%d\n", x);​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fputs("hello\n", fp); / putc('A', fp);​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Closing a file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close(fp);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Random Access</a:t>
            </a:r>
            <a:endParaRPr>
              <a:solidFill>
                <a:srgbClr val="FF0000"/>
              </a:solidFill>
            </a:endParaRPr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>
                <a:solidFill>
                  <a:srgbClr val="FF0000"/>
                </a:solidFill>
              </a:rPr>
              <a:t>fseek() - </a:t>
            </a:r>
            <a:r>
              <a:rPr lang="en-US"/>
              <a:t>is used to </a:t>
            </a:r>
            <a:r>
              <a:rPr b="1" lang="en-US"/>
              <a:t>move the file pointer</a:t>
            </a:r>
            <a:r>
              <a:rPr lang="en-US"/>
              <a:t> to a specific location in a file. This allows random access instead of just sequential reading/writing.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int fseek(FILE *stream, long offset, int origin);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Binary I/O: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fwrite(&amp;obj, sizeof(obj), 1, fp);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fread(&amp;obj, sizeof(obj), 1, fp);​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179512" y="620688"/>
            <a:ext cx="8712968" cy="581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Example – Open/create a file and write 2 lines</a:t>
            </a:r>
            <a:endParaRPr sz="3600"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611560" y="1340768"/>
            <a:ext cx="7886700" cy="5769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#include &lt;stdio.h&gt;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#include &lt;stdlib.h&gt;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int main()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{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FILE *fp;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char buf[100];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t/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fp = fopen("a10a11.txt","w");   /* Open for writing at the start, file 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                                 is created if it does not exist */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if(fp == NULL) {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  printf("fopen failed\n");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  exit(-1);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}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fputs("This is the first line\n",fp);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fputs("This is the second line\n",fp);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    fclose(fp);</a:t>
            </a:r>
            <a:endParaRPr b="1" sz="338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4623"/>
              <a:buNone/>
            </a:pPr>
            <a:r>
              <a:rPr b="1" lang="en-US" sz="3381"/>
              <a:t>}</a:t>
            </a:r>
            <a:endParaRPr b="1" sz="338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79512" y="692696"/>
            <a:ext cx="7886700" cy="538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Example – Open a file and append 2 lines</a:t>
            </a:r>
            <a:endParaRPr sz="3600"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611560" y="1288359"/>
            <a:ext cx="7886700" cy="5589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#include &lt;stdio.h&gt;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#include &lt;stdlib.h&gt;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int main()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FILE *fp;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char buf[100];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fp = fopen("a10a11.txt","a"); /* Open for appending, writes go to the end of the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                          existing file */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if(fp == NULL)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printf("fopen failed\n");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exit(-1);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fputs("This is the third line\n",fp);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fputs("This is the fourth line\n",fp);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fclose(fp);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539552" y="620688"/>
            <a:ext cx="7886700" cy="581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3100"/>
              <a:t>Example – Open/create file and write 26 characters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611560" y="1273628"/>
            <a:ext cx="7886700" cy="5584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Oi"/>
                <a:ea typeface="Oi"/>
                <a:cs typeface="Oi"/>
                <a:sym typeface="Oi"/>
              </a:rPr>
              <a:t>#</a:t>
            </a:r>
            <a:r>
              <a:rPr b="1" lang="en-US"/>
              <a:t>include &lt;stdio.h&gt;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#include &lt;stdlib.h&gt;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int main()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FILE *fp;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fp = fopen("alpha.txt","a");    /* Open file for appending */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if(fp == NULL)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printf("fopen failed\n");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exit(-1);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char c = 'A’;            /* Write 26 characters to the file.. A to Z… */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for(int i=0;i&lt;26;i++)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fputc((int) c, 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c++;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fputc((int) '\n',fp);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fclose(fp);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611560" y="548680"/>
            <a:ext cx="8407846" cy="658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Example – Reading a file – 1 line at a time</a:t>
            </a:r>
            <a:endParaRPr sz="3600"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467544" y="1412776"/>
            <a:ext cx="8229599" cy="5551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#include &lt;stdio.h&gt;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#include &lt;stdlib.h&gt;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int main()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FILE *fp;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char buf[100];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char *retval;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fp = fopen("a10a11.txt","r");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if(fp == NULL)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  printf("fopen failed\n");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  exit(-1);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while((retval = fgets(buf,100,fp)) != NULL)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    printf("%s",buf);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fclose(fp);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611560" y="836712"/>
            <a:ext cx="7886700" cy="407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Reading a file – 1 character at a time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67544" y="1484784"/>
            <a:ext cx="7992836" cy="5556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#include &lt;stdio.h&gt;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#include &lt;stdlib.h&gt;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int main()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FILE *fp;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char buf[100];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int c1;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fp = fopen("a10a11.txt","r");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if(fp == NULL)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  printf("fopen failed\n");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  exit(-1);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while((c1 = fgetc(fp)) != EOF)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    printf("%c",c1);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    fclose(fp);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2025-12-03T06:06:55Z</dcterms:created>
  <dc:creator>Senthil Kumar A</dc:creator>
</cp:coreProperties>
</file>