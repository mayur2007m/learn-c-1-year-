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metadata" ContentType="application/binary"/>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3" r:id="rId25"/>
    <p:sldId id="301" r:id="rId26"/>
    <p:sldId id="299" r:id="rId27"/>
    <p:sldId id="300" r:id="rId28"/>
    <p:sldId id="302" r:id="rId29"/>
    <p:sldId id="284" r:id="rId30"/>
    <p:sldId id="285" r:id="rId31"/>
    <p:sldId id="286" r:id="rId32"/>
    <p:sldId id="287" r:id="rId33"/>
    <p:sldId id="289" r:id="rId34"/>
    <p:sldId id="290" r:id="rId35"/>
    <p:sldId id="291" r:id="rId36"/>
    <p:sldId id="292" r:id="rId37"/>
    <p:sldId id="293" r:id="rId38"/>
    <p:sldId id="294" r:id="rId39"/>
    <p:sldId id="295" r:id="rId40"/>
    <p:sldId id="296" r:id="rId41"/>
    <p:sldId id="297" r:id="rId42"/>
    <p:sldId id="298" r:id="rId43"/>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2160">
          <p15:clr>
            <a:srgbClr val="A4A3A4"/>
          </p15:clr>
        </p15:guide>
        <p15:guide id="2" pos="291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itqSMqapTTIvv1Y+ejJTLzsbD3jw=="/>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45" d="100"/>
          <a:sy n="45" d="100"/>
        </p:scale>
        <p:origin x="-816" y="-108"/>
      </p:cViewPr>
      <p:guideLst>
        <p:guide orient="horz" pos="2160"/>
        <p:guide pos="291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04" name="Google Shape;10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22" name="Google Shape;12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 name="Google Shape;13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45" name="Google Shape;14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3" name="Google Shape;17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6" name="Google Shape;22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2" name="Google Shape;24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3" name="Google Shape;293;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9" name="Google Shape;309;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6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6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2" name="Google Shape;35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1" name="Google Shape;36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8" name="Google Shape;36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7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3" name="Google Shape;393;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p7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7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8" name="Google Shape;418;p7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 name="Google Shape;425;p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4f521a9bd3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g34f521a9bd3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4f521a9bd3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4f521a9bd3_0_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g34f521a9bd3_0_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pPr marL="0" lvl="0" indent="0" algn="r" rtl="0">
                <a:lnSpc>
                  <a:spcPct val="100000"/>
                </a:lnSpc>
                <a:spcBef>
                  <a:spcPts val="0"/>
                </a:spcBef>
                <a:spcAft>
                  <a:spcPts val="0"/>
                </a:spcAft>
                <a:buClr>
                  <a:srgbClr val="000000"/>
                </a:buClr>
                <a:buSzPts val="1200"/>
                <a:buFont typeface="Arial"/>
                <a:buNone/>
              </a:p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7" name="Google Shape;447;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5" name="Google Shape;45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
        <p:cNvGrpSpPr/>
        <p:nvPr/>
      </p:nvGrpSpPr>
      <p:grpSpPr>
        <a:xfrm>
          <a:off x="0" y="0"/>
          <a:ext cx="0" cy="0"/>
          <a:chOff x="0" y="0"/>
          <a:chExt cx="0" cy="0"/>
        </a:xfrm>
      </p:grpSpPr>
      <p:sp>
        <p:nvSpPr>
          <p:cNvPr id="20" name="Google Shape;20;p32"/>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2"/>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2"/>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33"/>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72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3"/>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27" name="Google Shape;27;p33"/>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1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3"/>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
        <p:cNvGrpSpPr/>
        <p:nvPr/>
      </p:nvGrpSpPr>
      <p:grpSpPr>
        <a:xfrm>
          <a:off x="0" y="0"/>
          <a:ext cx="0" cy="0"/>
          <a:chOff x="0" y="0"/>
          <a:chExt cx="0" cy="0"/>
        </a:xfrm>
      </p:grpSpPr>
      <p:sp>
        <p:nvSpPr>
          <p:cNvPr id="31" name="Google Shape;31;p36"/>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6"/>
          <p:cNvSpPr txBox="1">
            <a:spLocks noGrp="1"/>
          </p:cNvSpPr>
          <p:nvPr>
            <p:ph type="body" idx="1"/>
          </p:nvPr>
        </p:nvSpPr>
        <p:spPr>
          <a:xfrm>
            <a:off x="1645919" y="2768601"/>
            <a:ext cx="7406640" cy="603504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33" name="Google Shape;33;p36"/>
          <p:cNvSpPr txBox="1">
            <a:spLocks noGrp="1"/>
          </p:cNvSpPr>
          <p:nvPr>
            <p:ph type="body" idx="2"/>
          </p:nvPr>
        </p:nvSpPr>
        <p:spPr>
          <a:xfrm>
            <a:off x="9326880" y="2768603"/>
            <a:ext cx="7406640" cy="603504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34" name="Google Shape;34;p36"/>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36"/>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6"/>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7"/>
        <p:cNvGrpSpPr/>
        <p:nvPr/>
      </p:nvGrpSpPr>
      <p:grpSpPr>
        <a:xfrm>
          <a:off x="0" y="0"/>
          <a:ext cx="0" cy="0"/>
          <a:chOff x="0" y="0"/>
          <a:chExt cx="0" cy="0"/>
        </a:xfrm>
      </p:grpSpPr>
      <p:sp>
        <p:nvSpPr>
          <p:cNvPr id="38" name="Google Shape;38;p34"/>
          <p:cNvSpPr/>
          <p:nvPr/>
        </p:nvSpPr>
        <p:spPr>
          <a:xfrm>
            <a:off x="4763" y="9601200"/>
            <a:ext cx="18283238" cy="685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34"/>
          <p:cNvSpPr/>
          <p:nvPr/>
        </p:nvSpPr>
        <p:spPr>
          <a:xfrm>
            <a:off x="23" y="9501474"/>
            <a:ext cx="18283238" cy="9601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34"/>
          <p:cNvSpPr txBox="1">
            <a:spLocks noGrp="1"/>
          </p:cNvSpPr>
          <p:nvPr>
            <p:ph type="ctrTitle"/>
          </p:nvPr>
        </p:nvSpPr>
        <p:spPr>
          <a:xfrm>
            <a:off x="1645920" y="1138428"/>
            <a:ext cx="15087600" cy="534924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12000"/>
              <a:buFont typeface="Calibri"/>
              <a:buNone/>
              <a:defRPr sz="12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34"/>
          <p:cNvSpPr txBox="1">
            <a:spLocks noGrp="1"/>
          </p:cNvSpPr>
          <p:nvPr>
            <p:ph type="subTitle" idx="1"/>
          </p:nvPr>
        </p:nvSpPr>
        <p:spPr>
          <a:xfrm>
            <a:off x="1650077" y="6683430"/>
            <a:ext cx="15087600" cy="17145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lvl="1" algn="ctr">
              <a:lnSpc>
                <a:spcPct val="90000"/>
              </a:lnSpc>
              <a:spcBef>
                <a:spcPts val="300"/>
              </a:spcBef>
              <a:spcAft>
                <a:spcPts val="0"/>
              </a:spcAft>
              <a:buSzPts val="3600"/>
              <a:buNone/>
              <a:defRPr sz="3600"/>
            </a:lvl2pPr>
            <a:lvl3pPr lvl="2" algn="ctr">
              <a:lnSpc>
                <a:spcPct val="90000"/>
              </a:lnSpc>
              <a:spcBef>
                <a:spcPts val="600"/>
              </a:spcBef>
              <a:spcAft>
                <a:spcPts val="0"/>
              </a:spcAft>
              <a:buSzPts val="3600"/>
              <a:buNone/>
              <a:defRPr sz="3600"/>
            </a:lvl3pPr>
            <a:lvl4pPr lvl="3" algn="ctr">
              <a:lnSpc>
                <a:spcPct val="90000"/>
              </a:lnSpc>
              <a:spcBef>
                <a:spcPts val="600"/>
              </a:spcBef>
              <a:spcAft>
                <a:spcPts val="0"/>
              </a:spcAft>
              <a:buSzPts val="3000"/>
              <a:buNone/>
              <a:defRPr sz="3000"/>
            </a:lvl4pPr>
            <a:lvl5pPr lvl="4" algn="ctr">
              <a:lnSpc>
                <a:spcPct val="90000"/>
              </a:lnSpc>
              <a:spcBef>
                <a:spcPts val="600"/>
              </a:spcBef>
              <a:spcAft>
                <a:spcPts val="0"/>
              </a:spcAft>
              <a:buSzPts val="3000"/>
              <a:buNone/>
              <a:defRPr sz="3000"/>
            </a:lvl5pPr>
            <a:lvl6pPr lvl="5" algn="ctr">
              <a:lnSpc>
                <a:spcPct val="90000"/>
              </a:lnSpc>
              <a:spcBef>
                <a:spcPts val="600"/>
              </a:spcBef>
              <a:spcAft>
                <a:spcPts val="0"/>
              </a:spcAft>
              <a:buSzPts val="3000"/>
              <a:buNone/>
              <a:defRPr sz="3000"/>
            </a:lvl6pPr>
            <a:lvl7pPr lvl="6" algn="ctr">
              <a:lnSpc>
                <a:spcPct val="90000"/>
              </a:lnSpc>
              <a:spcBef>
                <a:spcPts val="600"/>
              </a:spcBef>
              <a:spcAft>
                <a:spcPts val="0"/>
              </a:spcAft>
              <a:buSzPts val="3000"/>
              <a:buNone/>
              <a:defRPr sz="3000"/>
            </a:lvl7pPr>
            <a:lvl8pPr lvl="7" algn="ctr">
              <a:lnSpc>
                <a:spcPct val="90000"/>
              </a:lnSpc>
              <a:spcBef>
                <a:spcPts val="600"/>
              </a:spcBef>
              <a:spcAft>
                <a:spcPts val="0"/>
              </a:spcAft>
              <a:buSzPts val="3000"/>
              <a:buNone/>
              <a:defRPr sz="3000"/>
            </a:lvl8pPr>
            <a:lvl9pPr lvl="8" algn="ctr">
              <a:lnSpc>
                <a:spcPct val="90000"/>
              </a:lnSpc>
              <a:spcBef>
                <a:spcPts val="600"/>
              </a:spcBef>
              <a:spcAft>
                <a:spcPts val="600"/>
              </a:spcAft>
              <a:buSzPts val="3000"/>
              <a:buNone/>
              <a:defRPr sz="3000"/>
            </a:lvl9pPr>
          </a:lstStyle>
          <a:p>
            <a:endParaRPr/>
          </a:p>
        </p:txBody>
      </p:sp>
      <p:sp>
        <p:nvSpPr>
          <p:cNvPr id="42" name="Google Shape;42;p34"/>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4"/>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3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45" name="Google Shape;45;p34"/>
          <p:cNvCxnSpPr/>
          <p:nvPr/>
        </p:nvCxnSpPr>
        <p:spPr>
          <a:xfrm>
            <a:off x="1811487" y="6515100"/>
            <a:ext cx="1481328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46"/>
        <p:cNvGrpSpPr/>
        <p:nvPr/>
      </p:nvGrpSpPr>
      <p:grpSpPr>
        <a:xfrm>
          <a:off x="0" y="0"/>
          <a:ext cx="0" cy="0"/>
          <a:chOff x="0" y="0"/>
          <a:chExt cx="0" cy="0"/>
        </a:xfrm>
      </p:grpSpPr>
      <p:sp>
        <p:nvSpPr>
          <p:cNvPr id="47" name="Google Shape;47;p35"/>
          <p:cNvSpPr/>
          <p:nvPr/>
        </p:nvSpPr>
        <p:spPr>
          <a:xfrm>
            <a:off x="4763" y="9601200"/>
            <a:ext cx="18283238" cy="685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35"/>
          <p:cNvSpPr/>
          <p:nvPr/>
        </p:nvSpPr>
        <p:spPr>
          <a:xfrm>
            <a:off x="23" y="9501474"/>
            <a:ext cx="18283238" cy="9601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35"/>
          <p:cNvSpPr txBox="1">
            <a:spLocks noGrp="1"/>
          </p:cNvSpPr>
          <p:nvPr>
            <p:ph type="title"/>
          </p:nvPr>
        </p:nvSpPr>
        <p:spPr>
          <a:xfrm>
            <a:off x="1645920" y="1138428"/>
            <a:ext cx="15087600" cy="534924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12000"/>
              <a:buFont typeface="Calibri"/>
              <a:buNone/>
              <a:defRPr sz="12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35"/>
          <p:cNvSpPr txBox="1">
            <a:spLocks noGrp="1"/>
          </p:cNvSpPr>
          <p:nvPr>
            <p:ph type="body" idx="1"/>
          </p:nvPr>
        </p:nvSpPr>
        <p:spPr>
          <a:xfrm>
            <a:off x="1645920" y="6679692"/>
            <a:ext cx="15087600" cy="1714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800"/>
              </a:spcBef>
              <a:spcAft>
                <a:spcPts val="0"/>
              </a:spcAft>
              <a:buSzPts val="3600"/>
              <a:buNone/>
              <a:defRPr sz="3600" cap="none">
                <a:solidFill>
                  <a:schemeClr val="dk2"/>
                </a:solidFill>
                <a:latin typeface="Calibri"/>
                <a:ea typeface="Calibri"/>
                <a:cs typeface="Calibri"/>
                <a:sym typeface="Calibri"/>
              </a:defRPr>
            </a:lvl1pPr>
            <a:lvl2pPr marL="914400" lvl="1" indent="-228600" algn="l">
              <a:lnSpc>
                <a:spcPct val="90000"/>
              </a:lnSpc>
              <a:spcBef>
                <a:spcPts val="300"/>
              </a:spcBef>
              <a:spcAft>
                <a:spcPts val="0"/>
              </a:spcAft>
              <a:buSzPts val="2700"/>
              <a:buNone/>
              <a:defRPr sz="2700">
                <a:solidFill>
                  <a:srgbClr val="888888"/>
                </a:solidFill>
              </a:defRPr>
            </a:lvl2pPr>
            <a:lvl3pPr marL="1371600" lvl="2" indent="-228600" algn="l">
              <a:lnSpc>
                <a:spcPct val="90000"/>
              </a:lnSpc>
              <a:spcBef>
                <a:spcPts val="600"/>
              </a:spcBef>
              <a:spcAft>
                <a:spcPts val="0"/>
              </a:spcAft>
              <a:buSzPts val="2400"/>
              <a:buNone/>
              <a:defRPr sz="2400">
                <a:solidFill>
                  <a:srgbClr val="888888"/>
                </a:solidFill>
              </a:defRPr>
            </a:lvl3pPr>
            <a:lvl4pPr marL="1828800" lvl="3" indent="-228600" algn="l">
              <a:lnSpc>
                <a:spcPct val="90000"/>
              </a:lnSpc>
              <a:spcBef>
                <a:spcPts val="600"/>
              </a:spcBef>
              <a:spcAft>
                <a:spcPts val="0"/>
              </a:spcAft>
              <a:buSzPts val="2100"/>
              <a:buNone/>
              <a:defRPr sz="2100">
                <a:solidFill>
                  <a:srgbClr val="888888"/>
                </a:solidFill>
              </a:defRPr>
            </a:lvl4pPr>
            <a:lvl5pPr marL="2286000" lvl="4" indent="-228600" algn="l">
              <a:lnSpc>
                <a:spcPct val="90000"/>
              </a:lnSpc>
              <a:spcBef>
                <a:spcPts val="600"/>
              </a:spcBef>
              <a:spcAft>
                <a:spcPts val="0"/>
              </a:spcAft>
              <a:buSzPts val="2100"/>
              <a:buNone/>
              <a:defRPr sz="2100">
                <a:solidFill>
                  <a:srgbClr val="888888"/>
                </a:solidFill>
              </a:defRPr>
            </a:lvl5pPr>
            <a:lvl6pPr marL="2743200" lvl="5" indent="-228600" algn="l">
              <a:lnSpc>
                <a:spcPct val="90000"/>
              </a:lnSpc>
              <a:spcBef>
                <a:spcPts val="600"/>
              </a:spcBef>
              <a:spcAft>
                <a:spcPts val="0"/>
              </a:spcAft>
              <a:buSzPts val="2100"/>
              <a:buNone/>
              <a:defRPr sz="2100">
                <a:solidFill>
                  <a:srgbClr val="888888"/>
                </a:solidFill>
              </a:defRPr>
            </a:lvl6pPr>
            <a:lvl7pPr marL="3200400" lvl="6" indent="-228600" algn="l">
              <a:lnSpc>
                <a:spcPct val="90000"/>
              </a:lnSpc>
              <a:spcBef>
                <a:spcPts val="600"/>
              </a:spcBef>
              <a:spcAft>
                <a:spcPts val="0"/>
              </a:spcAft>
              <a:buSzPts val="2100"/>
              <a:buNone/>
              <a:defRPr sz="2100">
                <a:solidFill>
                  <a:srgbClr val="888888"/>
                </a:solidFill>
              </a:defRPr>
            </a:lvl7pPr>
            <a:lvl8pPr marL="3657600" lvl="7" indent="-228600" algn="l">
              <a:lnSpc>
                <a:spcPct val="90000"/>
              </a:lnSpc>
              <a:spcBef>
                <a:spcPts val="600"/>
              </a:spcBef>
              <a:spcAft>
                <a:spcPts val="0"/>
              </a:spcAft>
              <a:buSzPts val="2100"/>
              <a:buNone/>
              <a:defRPr sz="2100">
                <a:solidFill>
                  <a:srgbClr val="888888"/>
                </a:solidFill>
              </a:defRPr>
            </a:lvl8pPr>
            <a:lvl9pPr marL="4114800" lvl="8" indent="-228600" algn="l">
              <a:lnSpc>
                <a:spcPct val="90000"/>
              </a:lnSpc>
              <a:spcBef>
                <a:spcPts val="600"/>
              </a:spcBef>
              <a:spcAft>
                <a:spcPts val="600"/>
              </a:spcAft>
              <a:buSzPts val="2100"/>
              <a:buNone/>
              <a:defRPr sz="2100">
                <a:solidFill>
                  <a:srgbClr val="888888"/>
                </a:solidFill>
              </a:defRPr>
            </a:lvl9pPr>
          </a:lstStyle>
          <a:p>
            <a:endParaRPr/>
          </a:p>
        </p:txBody>
      </p:sp>
      <p:sp>
        <p:nvSpPr>
          <p:cNvPr id="51" name="Google Shape;51;p35"/>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54" name="Google Shape;54;p35"/>
          <p:cNvCxnSpPr/>
          <p:nvPr/>
        </p:nvCxnSpPr>
        <p:spPr>
          <a:xfrm>
            <a:off x="1811487" y="6515100"/>
            <a:ext cx="1481328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37"/>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7"/>
          <p:cNvSpPr txBox="1">
            <a:spLocks noGrp="1"/>
          </p:cNvSpPr>
          <p:nvPr>
            <p:ph type="body" idx="1"/>
          </p:nvPr>
        </p:nvSpPr>
        <p:spPr>
          <a:xfrm>
            <a:off x="1645920" y="2769078"/>
            <a:ext cx="7406640" cy="1104423"/>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800"/>
              </a:spcBef>
              <a:spcAft>
                <a:spcPts val="0"/>
              </a:spcAft>
              <a:buSzPts val="3000"/>
              <a:buNone/>
              <a:defRPr sz="3000" b="0" cap="none">
                <a:solidFill>
                  <a:schemeClr val="dk2"/>
                </a:solidFill>
              </a:defRPr>
            </a:lvl1pPr>
            <a:lvl2pPr marL="914400" lvl="1" indent="-228600" algn="l">
              <a:lnSpc>
                <a:spcPct val="90000"/>
              </a:lnSpc>
              <a:spcBef>
                <a:spcPts val="300"/>
              </a:spcBef>
              <a:spcAft>
                <a:spcPts val="0"/>
              </a:spcAft>
              <a:buSzPts val="3000"/>
              <a:buNone/>
              <a:defRPr sz="3000" b="1"/>
            </a:lvl2pPr>
            <a:lvl3pPr marL="1371600" lvl="2" indent="-228600" algn="l">
              <a:lnSpc>
                <a:spcPct val="90000"/>
              </a:lnSpc>
              <a:spcBef>
                <a:spcPts val="600"/>
              </a:spcBef>
              <a:spcAft>
                <a:spcPts val="0"/>
              </a:spcAft>
              <a:buSzPts val="2700"/>
              <a:buNone/>
              <a:defRPr sz="2700" b="1"/>
            </a:lvl3pPr>
            <a:lvl4pPr marL="1828800" lvl="3" indent="-228600" algn="l">
              <a:lnSpc>
                <a:spcPct val="90000"/>
              </a:lnSpc>
              <a:spcBef>
                <a:spcPts val="600"/>
              </a:spcBef>
              <a:spcAft>
                <a:spcPts val="0"/>
              </a:spcAft>
              <a:buSzPts val="2400"/>
              <a:buNone/>
              <a:defRPr sz="2400" b="1"/>
            </a:lvl4pPr>
            <a:lvl5pPr marL="2286000" lvl="4" indent="-228600" algn="l">
              <a:lnSpc>
                <a:spcPct val="90000"/>
              </a:lnSpc>
              <a:spcBef>
                <a:spcPts val="600"/>
              </a:spcBef>
              <a:spcAft>
                <a:spcPts val="0"/>
              </a:spcAft>
              <a:buSzPts val="2400"/>
              <a:buNone/>
              <a:defRPr sz="2400" b="1"/>
            </a:lvl5pPr>
            <a:lvl6pPr marL="2743200" lvl="5" indent="-228600" algn="l">
              <a:lnSpc>
                <a:spcPct val="90000"/>
              </a:lnSpc>
              <a:spcBef>
                <a:spcPts val="600"/>
              </a:spcBef>
              <a:spcAft>
                <a:spcPts val="0"/>
              </a:spcAft>
              <a:buSzPts val="2400"/>
              <a:buNone/>
              <a:defRPr sz="2400" b="1"/>
            </a:lvl6pPr>
            <a:lvl7pPr marL="3200400" lvl="6" indent="-228600" algn="l">
              <a:lnSpc>
                <a:spcPct val="90000"/>
              </a:lnSpc>
              <a:spcBef>
                <a:spcPts val="600"/>
              </a:spcBef>
              <a:spcAft>
                <a:spcPts val="0"/>
              </a:spcAft>
              <a:buSzPts val="2400"/>
              <a:buNone/>
              <a:defRPr sz="2400" b="1"/>
            </a:lvl7pPr>
            <a:lvl8pPr marL="3657600" lvl="7" indent="-228600" algn="l">
              <a:lnSpc>
                <a:spcPct val="90000"/>
              </a:lnSpc>
              <a:spcBef>
                <a:spcPts val="600"/>
              </a:spcBef>
              <a:spcAft>
                <a:spcPts val="0"/>
              </a:spcAft>
              <a:buSzPts val="2400"/>
              <a:buNone/>
              <a:defRPr sz="2400" b="1"/>
            </a:lvl8pPr>
            <a:lvl9pPr marL="4114800" lvl="8" indent="-228600" algn="l">
              <a:lnSpc>
                <a:spcPct val="90000"/>
              </a:lnSpc>
              <a:spcBef>
                <a:spcPts val="600"/>
              </a:spcBef>
              <a:spcAft>
                <a:spcPts val="600"/>
              </a:spcAft>
              <a:buSzPts val="2400"/>
              <a:buNone/>
              <a:defRPr sz="2400" b="1"/>
            </a:lvl9pPr>
          </a:lstStyle>
          <a:p>
            <a:endParaRPr/>
          </a:p>
        </p:txBody>
      </p:sp>
      <p:sp>
        <p:nvSpPr>
          <p:cNvPr id="58" name="Google Shape;58;p37"/>
          <p:cNvSpPr txBox="1">
            <a:spLocks noGrp="1"/>
          </p:cNvSpPr>
          <p:nvPr>
            <p:ph type="body" idx="2"/>
          </p:nvPr>
        </p:nvSpPr>
        <p:spPr>
          <a:xfrm>
            <a:off x="1645920" y="3873501"/>
            <a:ext cx="7406640" cy="5067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59" name="Google Shape;59;p37"/>
          <p:cNvSpPr txBox="1">
            <a:spLocks noGrp="1"/>
          </p:cNvSpPr>
          <p:nvPr>
            <p:ph type="body" idx="3"/>
          </p:nvPr>
        </p:nvSpPr>
        <p:spPr>
          <a:xfrm>
            <a:off x="9326880" y="2769078"/>
            <a:ext cx="7406640" cy="1104423"/>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800"/>
              </a:spcBef>
              <a:spcAft>
                <a:spcPts val="0"/>
              </a:spcAft>
              <a:buSzPts val="3000"/>
              <a:buNone/>
              <a:defRPr sz="3000" b="0" cap="none">
                <a:solidFill>
                  <a:schemeClr val="dk2"/>
                </a:solidFill>
              </a:defRPr>
            </a:lvl1pPr>
            <a:lvl2pPr marL="914400" lvl="1" indent="-228600" algn="l">
              <a:lnSpc>
                <a:spcPct val="90000"/>
              </a:lnSpc>
              <a:spcBef>
                <a:spcPts val="300"/>
              </a:spcBef>
              <a:spcAft>
                <a:spcPts val="0"/>
              </a:spcAft>
              <a:buSzPts val="3000"/>
              <a:buNone/>
              <a:defRPr sz="3000" b="1"/>
            </a:lvl2pPr>
            <a:lvl3pPr marL="1371600" lvl="2" indent="-228600" algn="l">
              <a:lnSpc>
                <a:spcPct val="90000"/>
              </a:lnSpc>
              <a:spcBef>
                <a:spcPts val="600"/>
              </a:spcBef>
              <a:spcAft>
                <a:spcPts val="0"/>
              </a:spcAft>
              <a:buSzPts val="2700"/>
              <a:buNone/>
              <a:defRPr sz="2700" b="1"/>
            </a:lvl3pPr>
            <a:lvl4pPr marL="1828800" lvl="3" indent="-228600" algn="l">
              <a:lnSpc>
                <a:spcPct val="90000"/>
              </a:lnSpc>
              <a:spcBef>
                <a:spcPts val="600"/>
              </a:spcBef>
              <a:spcAft>
                <a:spcPts val="0"/>
              </a:spcAft>
              <a:buSzPts val="2400"/>
              <a:buNone/>
              <a:defRPr sz="2400" b="1"/>
            </a:lvl4pPr>
            <a:lvl5pPr marL="2286000" lvl="4" indent="-228600" algn="l">
              <a:lnSpc>
                <a:spcPct val="90000"/>
              </a:lnSpc>
              <a:spcBef>
                <a:spcPts val="600"/>
              </a:spcBef>
              <a:spcAft>
                <a:spcPts val="0"/>
              </a:spcAft>
              <a:buSzPts val="2400"/>
              <a:buNone/>
              <a:defRPr sz="2400" b="1"/>
            </a:lvl5pPr>
            <a:lvl6pPr marL="2743200" lvl="5" indent="-228600" algn="l">
              <a:lnSpc>
                <a:spcPct val="90000"/>
              </a:lnSpc>
              <a:spcBef>
                <a:spcPts val="600"/>
              </a:spcBef>
              <a:spcAft>
                <a:spcPts val="0"/>
              </a:spcAft>
              <a:buSzPts val="2400"/>
              <a:buNone/>
              <a:defRPr sz="2400" b="1"/>
            </a:lvl6pPr>
            <a:lvl7pPr marL="3200400" lvl="6" indent="-228600" algn="l">
              <a:lnSpc>
                <a:spcPct val="90000"/>
              </a:lnSpc>
              <a:spcBef>
                <a:spcPts val="600"/>
              </a:spcBef>
              <a:spcAft>
                <a:spcPts val="0"/>
              </a:spcAft>
              <a:buSzPts val="2400"/>
              <a:buNone/>
              <a:defRPr sz="2400" b="1"/>
            </a:lvl7pPr>
            <a:lvl8pPr marL="3657600" lvl="7" indent="-228600" algn="l">
              <a:lnSpc>
                <a:spcPct val="90000"/>
              </a:lnSpc>
              <a:spcBef>
                <a:spcPts val="600"/>
              </a:spcBef>
              <a:spcAft>
                <a:spcPts val="0"/>
              </a:spcAft>
              <a:buSzPts val="2400"/>
              <a:buNone/>
              <a:defRPr sz="2400" b="1"/>
            </a:lvl8pPr>
            <a:lvl9pPr marL="4114800" lvl="8" indent="-228600" algn="l">
              <a:lnSpc>
                <a:spcPct val="90000"/>
              </a:lnSpc>
              <a:spcBef>
                <a:spcPts val="600"/>
              </a:spcBef>
              <a:spcAft>
                <a:spcPts val="600"/>
              </a:spcAft>
              <a:buSzPts val="2400"/>
              <a:buNone/>
              <a:defRPr sz="2400" b="1"/>
            </a:lvl9pPr>
          </a:lstStyle>
          <a:p>
            <a:endParaRPr/>
          </a:p>
        </p:txBody>
      </p:sp>
      <p:sp>
        <p:nvSpPr>
          <p:cNvPr id="60" name="Google Shape;60;p37"/>
          <p:cNvSpPr txBox="1">
            <a:spLocks noGrp="1"/>
          </p:cNvSpPr>
          <p:nvPr>
            <p:ph type="body" idx="4"/>
          </p:nvPr>
        </p:nvSpPr>
        <p:spPr>
          <a:xfrm>
            <a:off x="9326880" y="3873501"/>
            <a:ext cx="7406640" cy="5067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61" name="Google Shape;61;p37"/>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7"/>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7"/>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4"/>
        <p:cNvGrpSpPr/>
        <p:nvPr/>
      </p:nvGrpSpPr>
      <p:grpSpPr>
        <a:xfrm>
          <a:off x="0" y="0"/>
          <a:ext cx="0" cy="0"/>
          <a:chOff x="0" y="0"/>
          <a:chExt cx="0" cy="0"/>
        </a:xfrm>
      </p:grpSpPr>
      <p:sp>
        <p:nvSpPr>
          <p:cNvPr id="65" name="Google Shape;65;p38"/>
          <p:cNvSpPr/>
          <p:nvPr/>
        </p:nvSpPr>
        <p:spPr>
          <a:xfrm>
            <a:off x="4763" y="9601200"/>
            <a:ext cx="18283238" cy="685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38"/>
          <p:cNvSpPr/>
          <p:nvPr/>
        </p:nvSpPr>
        <p:spPr>
          <a:xfrm>
            <a:off x="23" y="9501474"/>
            <a:ext cx="18283238" cy="9601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38"/>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8"/>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38"/>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0"/>
        <p:cNvGrpSpPr/>
        <p:nvPr/>
      </p:nvGrpSpPr>
      <p:grpSpPr>
        <a:xfrm>
          <a:off x="0" y="0"/>
          <a:ext cx="0" cy="0"/>
          <a:chOff x="0" y="0"/>
          <a:chExt cx="0" cy="0"/>
        </a:xfrm>
      </p:grpSpPr>
      <p:sp>
        <p:nvSpPr>
          <p:cNvPr id="71" name="Google Shape;71;p39"/>
          <p:cNvSpPr/>
          <p:nvPr/>
        </p:nvSpPr>
        <p:spPr>
          <a:xfrm>
            <a:off x="25" y="0"/>
            <a:ext cx="6076187" cy="10287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9"/>
          <p:cNvSpPr/>
          <p:nvPr/>
        </p:nvSpPr>
        <p:spPr>
          <a:xfrm>
            <a:off x="6060107" y="0"/>
            <a:ext cx="96012" cy="10287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39"/>
          <p:cNvSpPr txBox="1">
            <a:spLocks noGrp="1"/>
          </p:cNvSpPr>
          <p:nvPr>
            <p:ph type="title"/>
          </p:nvPr>
        </p:nvSpPr>
        <p:spPr>
          <a:xfrm>
            <a:off x="685800" y="891538"/>
            <a:ext cx="4800600" cy="3429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5400"/>
              <a:buFont typeface="Calibri"/>
              <a:buNone/>
              <a:defRPr sz="54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39"/>
          <p:cNvSpPr txBox="1">
            <a:spLocks noGrp="1"/>
          </p:cNvSpPr>
          <p:nvPr>
            <p:ph type="body" idx="1"/>
          </p:nvPr>
        </p:nvSpPr>
        <p:spPr>
          <a:xfrm>
            <a:off x="7200900" y="1097280"/>
            <a:ext cx="9738360" cy="78867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75" name="Google Shape;75;p39"/>
          <p:cNvSpPr txBox="1">
            <a:spLocks noGrp="1"/>
          </p:cNvSpPr>
          <p:nvPr>
            <p:ph type="body" idx="2"/>
          </p:nvPr>
        </p:nvSpPr>
        <p:spPr>
          <a:xfrm>
            <a:off x="685800" y="4389120"/>
            <a:ext cx="4800600" cy="506868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800"/>
              </a:spcBef>
              <a:spcAft>
                <a:spcPts val="0"/>
              </a:spcAft>
              <a:buSzPts val="2250"/>
              <a:buNone/>
              <a:defRPr sz="2250">
                <a:solidFill>
                  <a:srgbClr val="FFFFFF"/>
                </a:solidFill>
              </a:defRPr>
            </a:lvl1pPr>
            <a:lvl2pPr marL="914400" lvl="1" indent="-228600" algn="l">
              <a:lnSpc>
                <a:spcPct val="90000"/>
              </a:lnSpc>
              <a:spcBef>
                <a:spcPts val="300"/>
              </a:spcBef>
              <a:spcAft>
                <a:spcPts val="0"/>
              </a:spcAft>
              <a:buSzPts val="1800"/>
              <a:buNone/>
              <a:defRPr sz="1800"/>
            </a:lvl2pPr>
            <a:lvl3pPr marL="1371600" lvl="2" indent="-228600" algn="l">
              <a:lnSpc>
                <a:spcPct val="90000"/>
              </a:lnSpc>
              <a:spcBef>
                <a:spcPts val="600"/>
              </a:spcBef>
              <a:spcAft>
                <a:spcPts val="0"/>
              </a:spcAft>
              <a:buSzPts val="1500"/>
              <a:buNone/>
              <a:defRPr sz="1500"/>
            </a:lvl3pPr>
            <a:lvl4pPr marL="1828800" lvl="3" indent="-228600" algn="l">
              <a:lnSpc>
                <a:spcPct val="90000"/>
              </a:lnSpc>
              <a:spcBef>
                <a:spcPts val="600"/>
              </a:spcBef>
              <a:spcAft>
                <a:spcPts val="0"/>
              </a:spcAft>
              <a:buSzPts val="1350"/>
              <a:buNone/>
              <a:defRPr sz="1350"/>
            </a:lvl4pPr>
            <a:lvl5pPr marL="2286000" lvl="4" indent="-228600" algn="l">
              <a:lnSpc>
                <a:spcPct val="90000"/>
              </a:lnSpc>
              <a:spcBef>
                <a:spcPts val="600"/>
              </a:spcBef>
              <a:spcAft>
                <a:spcPts val="0"/>
              </a:spcAft>
              <a:buSzPts val="1350"/>
              <a:buNone/>
              <a:defRPr sz="1350"/>
            </a:lvl5pPr>
            <a:lvl6pPr marL="2743200" lvl="5" indent="-228600" algn="l">
              <a:lnSpc>
                <a:spcPct val="90000"/>
              </a:lnSpc>
              <a:spcBef>
                <a:spcPts val="600"/>
              </a:spcBef>
              <a:spcAft>
                <a:spcPts val="0"/>
              </a:spcAft>
              <a:buSzPts val="1350"/>
              <a:buNone/>
              <a:defRPr sz="1350"/>
            </a:lvl6pPr>
            <a:lvl7pPr marL="3200400" lvl="6" indent="-228600" algn="l">
              <a:lnSpc>
                <a:spcPct val="90000"/>
              </a:lnSpc>
              <a:spcBef>
                <a:spcPts val="600"/>
              </a:spcBef>
              <a:spcAft>
                <a:spcPts val="0"/>
              </a:spcAft>
              <a:buSzPts val="1350"/>
              <a:buNone/>
              <a:defRPr sz="1350"/>
            </a:lvl7pPr>
            <a:lvl8pPr marL="3657600" lvl="7" indent="-228600" algn="l">
              <a:lnSpc>
                <a:spcPct val="90000"/>
              </a:lnSpc>
              <a:spcBef>
                <a:spcPts val="600"/>
              </a:spcBef>
              <a:spcAft>
                <a:spcPts val="0"/>
              </a:spcAft>
              <a:buSzPts val="1350"/>
              <a:buNone/>
              <a:defRPr sz="1350"/>
            </a:lvl8pPr>
            <a:lvl9pPr marL="4114800" lvl="8" indent="-228600" algn="l">
              <a:lnSpc>
                <a:spcPct val="90000"/>
              </a:lnSpc>
              <a:spcBef>
                <a:spcPts val="600"/>
              </a:spcBef>
              <a:spcAft>
                <a:spcPts val="600"/>
              </a:spcAft>
              <a:buSzPts val="1350"/>
              <a:buNone/>
              <a:defRPr sz="1350"/>
            </a:lvl9pPr>
          </a:lstStyle>
          <a:p>
            <a:endParaRPr/>
          </a:p>
        </p:txBody>
      </p:sp>
      <p:sp>
        <p:nvSpPr>
          <p:cNvPr id="76" name="Google Shape;76;p39"/>
          <p:cNvSpPr txBox="1">
            <a:spLocks noGrp="1"/>
          </p:cNvSpPr>
          <p:nvPr>
            <p:ph type="dt" idx="10"/>
          </p:nvPr>
        </p:nvSpPr>
        <p:spPr>
          <a:xfrm>
            <a:off x="698268" y="9689678"/>
            <a:ext cx="3927765"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9"/>
          <p:cNvSpPr txBox="1">
            <a:spLocks noGrp="1"/>
          </p:cNvSpPr>
          <p:nvPr>
            <p:ph type="ftr" idx="11"/>
          </p:nvPr>
        </p:nvSpPr>
        <p:spPr>
          <a:xfrm>
            <a:off x="7200900" y="9689678"/>
            <a:ext cx="69723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39"/>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9"/>
        <p:cNvGrpSpPr/>
        <p:nvPr/>
      </p:nvGrpSpPr>
      <p:grpSpPr>
        <a:xfrm>
          <a:off x="0" y="0"/>
          <a:ext cx="0" cy="0"/>
          <a:chOff x="0" y="0"/>
          <a:chExt cx="0" cy="0"/>
        </a:xfrm>
      </p:grpSpPr>
      <p:sp>
        <p:nvSpPr>
          <p:cNvPr id="80" name="Google Shape;80;p40"/>
          <p:cNvSpPr/>
          <p:nvPr/>
        </p:nvSpPr>
        <p:spPr>
          <a:xfrm>
            <a:off x="1" y="7429500"/>
            <a:ext cx="18283238" cy="28575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40"/>
          <p:cNvSpPr/>
          <p:nvPr/>
        </p:nvSpPr>
        <p:spPr>
          <a:xfrm>
            <a:off x="23" y="7372614"/>
            <a:ext cx="18283238" cy="9601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40"/>
          <p:cNvSpPr txBox="1">
            <a:spLocks noGrp="1"/>
          </p:cNvSpPr>
          <p:nvPr>
            <p:ph type="title"/>
          </p:nvPr>
        </p:nvSpPr>
        <p:spPr>
          <a:xfrm>
            <a:off x="1645920" y="7612380"/>
            <a:ext cx="15169896" cy="123444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5400"/>
              <a:buFont typeface="Calibri"/>
              <a:buNone/>
              <a:defRPr sz="54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40"/>
          <p:cNvSpPr>
            <a:spLocks noGrp="1"/>
          </p:cNvSpPr>
          <p:nvPr>
            <p:ph type="pic" idx="2"/>
          </p:nvPr>
        </p:nvSpPr>
        <p:spPr>
          <a:xfrm>
            <a:off x="23" y="0"/>
            <a:ext cx="18287978" cy="7372614"/>
          </a:xfrm>
          <a:prstGeom prst="rect">
            <a:avLst/>
          </a:prstGeom>
          <a:noFill/>
          <a:ln>
            <a:noFill/>
          </a:ln>
        </p:spPr>
      </p:sp>
      <p:sp>
        <p:nvSpPr>
          <p:cNvPr id="84" name="Google Shape;84;p40"/>
          <p:cNvSpPr txBox="1">
            <a:spLocks noGrp="1"/>
          </p:cNvSpPr>
          <p:nvPr>
            <p:ph type="body" idx="1"/>
          </p:nvPr>
        </p:nvSpPr>
        <p:spPr>
          <a:xfrm>
            <a:off x="1645920" y="8860535"/>
            <a:ext cx="15169896" cy="89154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2250"/>
              <a:buNone/>
              <a:defRPr sz="2250">
                <a:solidFill>
                  <a:srgbClr val="FFFFFF"/>
                </a:solidFill>
              </a:defRPr>
            </a:lvl1pPr>
            <a:lvl2pPr marL="914400" lvl="1" indent="-228600" algn="l">
              <a:lnSpc>
                <a:spcPct val="90000"/>
              </a:lnSpc>
              <a:spcBef>
                <a:spcPts val="900"/>
              </a:spcBef>
              <a:spcAft>
                <a:spcPts val="0"/>
              </a:spcAft>
              <a:buSzPts val="1800"/>
              <a:buNone/>
              <a:defRPr sz="1800"/>
            </a:lvl2pPr>
            <a:lvl3pPr marL="1371600" lvl="2" indent="-228600" algn="l">
              <a:lnSpc>
                <a:spcPct val="90000"/>
              </a:lnSpc>
              <a:spcBef>
                <a:spcPts val="600"/>
              </a:spcBef>
              <a:spcAft>
                <a:spcPts val="0"/>
              </a:spcAft>
              <a:buSzPts val="1500"/>
              <a:buNone/>
              <a:defRPr sz="1500"/>
            </a:lvl3pPr>
            <a:lvl4pPr marL="1828800" lvl="3" indent="-228600" algn="l">
              <a:lnSpc>
                <a:spcPct val="90000"/>
              </a:lnSpc>
              <a:spcBef>
                <a:spcPts val="600"/>
              </a:spcBef>
              <a:spcAft>
                <a:spcPts val="0"/>
              </a:spcAft>
              <a:buSzPts val="1350"/>
              <a:buNone/>
              <a:defRPr sz="1350"/>
            </a:lvl4pPr>
            <a:lvl5pPr marL="2286000" lvl="4" indent="-228600" algn="l">
              <a:lnSpc>
                <a:spcPct val="90000"/>
              </a:lnSpc>
              <a:spcBef>
                <a:spcPts val="600"/>
              </a:spcBef>
              <a:spcAft>
                <a:spcPts val="0"/>
              </a:spcAft>
              <a:buSzPts val="1350"/>
              <a:buNone/>
              <a:defRPr sz="1350"/>
            </a:lvl5pPr>
            <a:lvl6pPr marL="2743200" lvl="5" indent="-228600" algn="l">
              <a:lnSpc>
                <a:spcPct val="90000"/>
              </a:lnSpc>
              <a:spcBef>
                <a:spcPts val="600"/>
              </a:spcBef>
              <a:spcAft>
                <a:spcPts val="0"/>
              </a:spcAft>
              <a:buSzPts val="1350"/>
              <a:buNone/>
              <a:defRPr sz="1350"/>
            </a:lvl6pPr>
            <a:lvl7pPr marL="3200400" lvl="6" indent="-228600" algn="l">
              <a:lnSpc>
                <a:spcPct val="90000"/>
              </a:lnSpc>
              <a:spcBef>
                <a:spcPts val="600"/>
              </a:spcBef>
              <a:spcAft>
                <a:spcPts val="0"/>
              </a:spcAft>
              <a:buSzPts val="1350"/>
              <a:buNone/>
              <a:defRPr sz="1350"/>
            </a:lvl7pPr>
            <a:lvl8pPr marL="3657600" lvl="7" indent="-228600" algn="l">
              <a:lnSpc>
                <a:spcPct val="90000"/>
              </a:lnSpc>
              <a:spcBef>
                <a:spcPts val="600"/>
              </a:spcBef>
              <a:spcAft>
                <a:spcPts val="0"/>
              </a:spcAft>
              <a:buSzPts val="1350"/>
              <a:buNone/>
              <a:defRPr sz="1350"/>
            </a:lvl8pPr>
            <a:lvl9pPr marL="4114800" lvl="8" indent="-228600" algn="l">
              <a:lnSpc>
                <a:spcPct val="90000"/>
              </a:lnSpc>
              <a:spcBef>
                <a:spcPts val="600"/>
              </a:spcBef>
              <a:spcAft>
                <a:spcPts val="600"/>
              </a:spcAft>
              <a:buSzPts val="1350"/>
              <a:buNone/>
              <a:defRPr sz="1350"/>
            </a:lvl9pPr>
          </a:lstStyle>
          <a:p>
            <a:endParaRPr/>
          </a:p>
        </p:txBody>
      </p:sp>
      <p:sp>
        <p:nvSpPr>
          <p:cNvPr id="85" name="Google Shape;85;p40"/>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40"/>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8"/>
        <p:cNvGrpSpPr/>
        <p:nvPr/>
      </p:nvGrpSpPr>
      <p:grpSpPr>
        <a:xfrm>
          <a:off x="0" y="0"/>
          <a:ext cx="0" cy="0"/>
          <a:chOff x="0" y="0"/>
          <a:chExt cx="0" cy="0"/>
        </a:xfrm>
      </p:grpSpPr>
      <p:sp>
        <p:nvSpPr>
          <p:cNvPr id="89" name="Google Shape;89;p41"/>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41"/>
          <p:cNvSpPr txBox="1">
            <a:spLocks noGrp="1"/>
          </p:cNvSpPr>
          <p:nvPr>
            <p:ph type="body" idx="1"/>
          </p:nvPr>
        </p:nvSpPr>
        <p:spPr>
          <a:xfrm rot="5400000">
            <a:off x="6172200" y="-1757679"/>
            <a:ext cx="6035040" cy="150876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91" name="Google Shape;91;p41"/>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1"/>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4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4"/>
        <p:cNvGrpSpPr/>
        <p:nvPr/>
      </p:nvGrpSpPr>
      <p:grpSpPr>
        <a:xfrm>
          <a:off x="0" y="0"/>
          <a:ext cx="0" cy="0"/>
          <a:chOff x="0" y="0"/>
          <a:chExt cx="0" cy="0"/>
        </a:xfrm>
      </p:grpSpPr>
      <p:sp>
        <p:nvSpPr>
          <p:cNvPr id="95" name="Google Shape;95;p42"/>
          <p:cNvSpPr/>
          <p:nvPr/>
        </p:nvSpPr>
        <p:spPr>
          <a:xfrm>
            <a:off x="4763" y="9601200"/>
            <a:ext cx="18283238" cy="685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42"/>
          <p:cNvSpPr/>
          <p:nvPr/>
        </p:nvSpPr>
        <p:spPr>
          <a:xfrm>
            <a:off x="23" y="9501474"/>
            <a:ext cx="18283238" cy="9601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42"/>
          <p:cNvSpPr txBox="1">
            <a:spLocks noGrp="1"/>
          </p:cNvSpPr>
          <p:nvPr>
            <p:ph type="title"/>
          </p:nvPr>
        </p:nvSpPr>
        <p:spPr>
          <a:xfrm rot="5400000">
            <a:off x="10740959" y="2968559"/>
            <a:ext cx="8636132" cy="394335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42"/>
          <p:cNvSpPr txBox="1">
            <a:spLocks noGrp="1"/>
          </p:cNvSpPr>
          <p:nvPr>
            <p:ph type="body" idx="1"/>
          </p:nvPr>
        </p:nvSpPr>
        <p:spPr>
          <a:xfrm rot="5400000">
            <a:off x="2739959" y="-860492"/>
            <a:ext cx="8636133" cy="1160145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800"/>
              </a:spcBef>
              <a:spcAft>
                <a:spcPts val="0"/>
              </a:spcAft>
              <a:buSzPts val="1800"/>
              <a:buChar char=" "/>
              <a:defRPr/>
            </a:lvl1pPr>
            <a:lvl2pPr marL="914400" lvl="1" indent="-342900" algn="l">
              <a:lnSpc>
                <a:spcPct val="90000"/>
              </a:lnSpc>
              <a:spcBef>
                <a:spcPts val="300"/>
              </a:spcBef>
              <a:spcAft>
                <a:spcPts val="0"/>
              </a:spcAft>
              <a:buSzPts val="1800"/>
              <a:buChar char="◦"/>
              <a:defRPr/>
            </a:lvl2pPr>
            <a:lvl3pPr marL="1371600" lvl="2" indent="-342900" algn="l">
              <a:lnSpc>
                <a:spcPct val="90000"/>
              </a:lnSpc>
              <a:spcBef>
                <a:spcPts val="600"/>
              </a:spcBef>
              <a:spcAft>
                <a:spcPts val="0"/>
              </a:spcAft>
              <a:buSzPts val="1800"/>
              <a:buChar char="◦"/>
              <a:defRPr/>
            </a:lvl3pPr>
            <a:lvl4pPr marL="1828800" lvl="3" indent="-342900" algn="l">
              <a:lnSpc>
                <a:spcPct val="90000"/>
              </a:lnSpc>
              <a:spcBef>
                <a:spcPts val="600"/>
              </a:spcBef>
              <a:spcAft>
                <a:spcPts val="0"/>
              </a:spcAft>
              <a:buSzPts val="1800"/>
              <a:buChar char="◦"/>
              <a:defRPr/>
            </a:lvl4pPr>
            <a:lvl5pPr marL="2286000" lvl="4" indent="-342900" algn="l">
              <a:lnSpc>
                <a:spcPct val="90000"/>
              </a:lnSpc>
              <a:spcBef>
                <a:spcPts val="600"/>
              </a:spcBef>
              <a:spcAft>
                <a:spcPts val="0"/>
              </a:spcAft>
              <a:buSzPts val="1800"/>
              <a:buChar char="◦"/>
              <a:defRPr/>
            </a:lvl5pPr>
            <a:lvl6pPr marL="2743200" lvl="5" indent="-342900" algn="l">
              <a:lnSpc>
                <a:spcPct val="90000"/>
              </a:lnSpc>
              <a:spcBef>
                <a:spcPts val="600"/>
              </a:spcBef>
              <a:spcAft>
                <a:spcPts val="0"/>
              </a:spcAft>
              <a:buSzPts val="1800"/>
              <a:buChar char="◦"/>
              <a:defRPr/>
            </a:lvl6pPr>
            <a:lvl7pPr marL="3200400" lvl="6" indent="-342900" algn="l">
              <a:lnSpc>
                <a:spcPct val="90000"/>
              </a:lnSpc>
              <a:spcBef>
                <a:spcPts val="600"/>
              </a:spcBef>
              <a:spcAft>
                <a:spcPts val="0"/>
              </a:spcAft>
              <a:buSzPts val="1800"/>
              <a:buChar char="◦"/>
              <a:defRPr/>
            </a:lvl7pPr>
            <a:lvl8pPr marL="3657600" lvl="7" indent="-342900" algn="l">
              <a:lnSpc>
                <a:spcPct val="90000"/>
              </a:lnSpc>
              <a:spcBef>
                <a:spcPts val="600"/>
              </a:spcBef>
              <a:spcAft>
                <a:spcPts val="0"/>
              </a:spcAft>
              <a:buSzPts val="1800"/>
              <a:buChar char="◦"/>
              <a:defRPr/>
            </a:lvl8pPr>
            <a:lvl9pPr marL="4114800" lvl="8" indent="-342900" algn="l">
              <a:lnSpc>
                <a:spcPct val="90000"/>
              </a:lnSpc>
              <a:spcBef>
                <a:spcPts val="600"/>
              </a:spcBef>
              <a:spcAft>
                <a:spcPts val="600"/>
              </a:spcAft>
              <a:buSzPts val="1800"/>
              <a:buChar char="◦"/>
              <a:defRPr/>
            </a:lvl9pPr>
          </a:lstStyle>
          <a:p>
            <a:endParaRPr/>
          </a:p>
        </p:txBody>
      </p:sp>
      <p:sp>
        <p:nvSpPr>
          <p:cNvPr id="99" name="Google Shape;99;p42"/>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42"/>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4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1"/>
          <p:cNvSpPr/>
          <p:nvPr/>
        </p:nvSpPr>
        <p:spPr>
          <a:xfrm>
            <a:off x="2" y="9601200"/>
            <a:ext cx="18288000" cy="6858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31"/>
          <p:cNvSpPr/>
          <p:nvPr/>
        </p:nvSpPr>
        <p:spPr>
          <a:xfrm>
            <a:off x="1" y="9501474"/>
            <a:ext cx="18288002" cy="98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31"/>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7200"/>
              <a:buFont typeface="Calibri"/>
              <a:buNone/>
              <a:defRPr sz="72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31"/>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lvl1pPr marL="457200" marR="0" lvl="0" indent="-419100" algn="l" rtl="0">
              <a:lnSpc>
                <a:spcPct val="90000"/>
              </a:lnSpc>
              <a:spcBef>
                <a:spcPts val="1800"/>
              </a:spcBef>
              <a:spcAft>
                <a:spcPts val="0"/>
              </a:spcAft>
              <a:buClr>
                <a:schemeClr val="accent1"/>
              </a:buClr>
              <a:buSzPts val="3000"/>
              <a:buFont typeface="Calibri"/>
              <a:buChar char=" "/>
              <a:defRPr sz="3000" b="0" i="0" u="none" strike="noStrike" cap="none">
                <a:solidFill>
                  <a:srgbClr val="3F3F3F"/>
                </a:solidFill>
                <a:latin typeface="Calibri"/>
                <a:ea typeface="Calibri"/>
                <a:cs typeface="Calibri"/>
                <a:sym typeface="Calibri"/>
              </a:defRPr>
            </a:lvl1pPr>
            <a:lvl2pPr marL="914400" marR="0" lvl="1" indent="-400050" algn="l" rtl="0">
              <a:lnSpc>
                <a:spcPct val="90000"/>
              </a:lnSpc>
              <a:spcBef>
                <a:spcPts val="300"/>
              </a:spcBef>
              <a:spcAft>
                <a:spcPts val="0"/>
              </a:spcAft>
              <a:buClr>
                <a:schemeClr val="accent1"/>
              </a:buClr>
              <a:buSzPts val="2700"/>
              <a:buFont typeface="Calibri"/>
              <a:buChar char="◦"/>
              <a:defRPr sz="2700" b="0" i="0" u="none" strike="noStrike" cap="none">
                <a:solidFill>
                  <a:srgbClr val="3F3F3F"/>
                </a:solidFill>
                <a:latin typeface="Calibri"/>
                <a:ea typeface="Calibri"/>
                <a:cs typeface="Calibri"/>
                <a:sym typeface="Calibri"/>
              </a:defRPr>
            </a:lvl2pPr>
            <a:lvl3pPr marL="1371600" marR="0" lvl="2"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3pPr>
            <a:lvl4pPr marL="1828800" marR="0" lvl="3"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4pPr>
            <a:lvl5pPr marL="2286000" marR="0" lvl="4"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5pPr>
            <a:lvl6pPr marL="2743200" marR="0" lvl="5"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6pPr>
            <a:lvl7pPr marL="3200400" marR="0" lvl="6"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7pPr>
            <a:lvl8pPr marL="3657600" marR="0" lvl="7" indent="-361950" algn="l" rtl="0">
              <a:lnSpc>
                <a:spcPct val="90000"/>
              </a:lnSpc>
              <a:spcBef>
                <a:spcPts val="600"/>
              </a:spcBef>
              <a:spcAft>
                <a:spcPts val="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8pPr>
            <a:lvl9pPr marL="4114800" marR="0" lvl="8" indent="-361950" algn="l" rtl="0">
              <a:lnSpc>
                <a:spcPct val="90000"/>
              </a:lnSpc>
              <a:spcBef>
                <a:spcPts val="600"/>
              </a:spcBef>
              <a:spcAft>
                <a:spcPts val="600"/>
              </a:spcAft>
              <a:buClr>
                <a:schemeClr val="accent1"/>
              </a:buClr>
              <a:buSzPts val="2100"/>
              <a:buFont typeface="Calibri"/>
              <a:buChar char="◦"/>
              <a:defRPr sz="2100" b="0" i="0" u="none" strike="noStrike" cap="none">
                <a:solidFill>
                  <a:srgbClr val="3F3F3F"/>
                </a:solidFill>
                <a:latin typeface="Calibri"/>
                <a:ea typeface="Calibri"/>
                <a:cs typeface="Calibri"/>
                <a:sym typeface="Calibri"/>
              </a:defRPr>
            </a:lvl9pPr>
          </a:lstStyle>
          <a:p>
            <a:endParaRPr/>
          </a:p>
        </p:txBody>
      </p:sp>
      <p:sp>
        <p:nvSpPr>
          <p:cNvPr id="14" name="Google Shape;14;p31"/>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35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31"/>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35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3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575"/>
              <a:buFont typeface="Arial"/>
              <a:buNone/>
              <a:defRPr sz="1575"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17" name="Google Shape;17;p31"/>
          <p:cNvCxnSpPr/>
          <p:nvPr/>
        </p:nvCxnSpPr>
        <p:spPr>
          <a:xfrm>
            <a:off x="1790298" y="2606768"/>
            <a:ext cx="14950440" cy="0"/>
          </a:xfrm>
          <a:prstGeom prst="straightConnector1">
            <a:avLst/>
          </a:prstGeom>
          <a:noFill/>
          <a:ln w="9525" cap="flat" cmpd="sng">
            <a:solidFill>
              <a:srgbClr val="7F7F7F"/>
            </a:solidFill>
            <a:prstDash val="solid"/>
            <a:round/>
            <a:headEnd type="none" w="sm" len="sm"/>
            <a:tailEnd type="none" w="sm" len="sm"/>
          </a:ln>
        </p:spPr>
      </p:cxnSp>
      <p:pic>
        <p:nvPicPr>
          <p:cNvPr id="18" name="Google Shape;18;p31"/>
          <p:cNvPicPr preferRelativeResize="0"/>
          <p:nvPr/>
        </p:nvPicPr>
        <p:blipFill rotWithShape="1">
          <a:blip r:embed="rId13">
            <a:alphaModFix/>
          </a:blip>
          <a:srcRect/>
          <a:stretch/>
        </p:blipFill>
        <p:spPr>
          <a:xfrm>
            <a:off x="15517929" y="229056"/>
            <a:ext cx="2438400" cy="117157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w3schools.com/c/c_strings.php"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lt1"/>
        </a:solidFill>
        <a:effectLst/>
      </p:bgPr>
    </p:bg>
    <p:spTree>
      <p:nvGrpSpPr>
        <p:cNvPr id="1" name="Shape 105"/>
        <p:cNvGrpSpPr/>
        <p:nvPr/>
      </p:nvGrpSpPr>
      <p:grpSpPr>
        <a:xfrm>
          <a:off x="0" y="0"/>
          <a:ext cx="0" cy="0"/>
          <a:chOff x="0" y="0"/>
          <a:chExt cx="0" cy="0"/>
        </a:xfrm>
      </p:grpSpPr>
      <p:pic>
        <p:nvPicPr>
          <p:cNvPr id="106" name="Google Shape;106;p1"/>
          <p:cNvPicPr preferRelativeResize="0"/>
          <p:nvPr/>
        </p:nvPicPr>
        <p:blipFill rotWithShape="1">
          <a:blip r:embed="rId3">
            <a:alphaModFix/>
          </a:blip>
          <a:srcRect/>
          <a:stretch/>
        </p:blipFill>
        <p:spPr>
          <a:xfrm>
            <a:off x="14479880" y="190501"/>
            <a:ext cx="3491457" cy="1676400"/>
          </a:xfrm>
          <a:prstGeom prst="rect">
            <a:avLst/>
          </a:prstGeom>
          <a:noFill/>
          <a:ln>
            <a:noFill/>
          </a:ln>
        </p:spPr>
      </p:pic>
      <p:sp>
        <p:nvSpPr>
          <p:cNvPr id="107" name="Google Shape;107;p1"/>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2/22/2024</a:t>
            </a:r>
            <a:endParaRPr/>
          </a:p>
        </p:txBody>
      </p:sp>
      <p:sp>
        <p:nvSpPr>
          <p:cNvPr id="108" name="Google Shape;108;p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00"/>
              <a:buNone/>
            </a:pPr>
            <a:fld id="{00000000-1234-1234-1234-123412341234}" type="slidenum">
              <a:rPr lang="en-US"/>
              <a:pPr marL="0" lvl="0" indent="0" algn="r" rtl="0">
                <a:lnSpc>
                  <a:spcPct val="100000"/>
                </a:lnSpc>
                <a:spcBef>
                  <a:spcPts val="0"/>
                </a:spcBef>
                <a:spcAft>
                  <a:spcPts val="0"/>
                </a:spcAft>
                <a:buSzPts val="1500"/>
                <a:buNone/>
              </a:pPr>
              <a:t>1</a:t>
            </a:fld>
            <a:endParaRPr/>
          </a:p>
        </p:txBody>
      </p:sp>
      <p:sp>
        <p:nvSpPr>
          <p:cNvPr id="109" name="Google Shape;109;p1"/>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1.0001 LECTURE 1      </a:t>
            </a:r>
            <a:endParaRPr/>
          </a:p>
        </p:txBody>
      </p:sp>
      <p:sp>
        <p:nvSpPr>
          <p:cNvPr id="110" name="Google Shape;110;p1"/>
          <p:cNvSpPr txBox="1"/>
          <p:nvPr/>
        </p:nvSpPr>
        <p:spPr>
          <a:xfrm>
            <a:off x="2418184" y="1994611"/>
            <a:ext cx="12581729" cy="1408665"/>
          </a:xfrm>
          <a:prstGeom prst="rect">
            <a:avLst/>
          </a:prstGeom>
          <a:noFill/>
          <a:ln>
            <a:noFill/>
          </a:ln>
        </p:spPr>
        <p:txBody>
          <a:bodyPr spcFirstLastPara="1" wrap="square" lIns="91425" tIns="45700" rIns="91425" bIns="45700" anchor="b" anchorCtr="0">
            <a:normAutofit fontScale="77500" lnSpcReduction="20000"/>
          </a:bodyPr>
          <a:lstStyle/>
          <a:p>
            <a:pPr marL="0" marR="0" lvl="0" indent="0" algn="ctr" rtl="0">
              <a:lnSpc>
                <a:spcPct val="120000"/>
              </a:lnSpc>
              <a:spcBef>
                <a:spcPts val="0"/>
              </a:spcBef>
              <a:spcAft>
                <a:spcPts val="0"/>
              </a:spcAft>
              <a:buClr>
                <a:srgbClr val="002060"/>
              </a:buClr>
              <a:buSzPct val="100000"/>
              <a:buFont typeface="Cambria"/>
              <a:buNone/>
            </a:pPr>
            <a:r>
              <a:rPr lang="en-US" sz="5400" b="1" i="0" u="none" strike="noStrike" cap="none">
                <a:solidFill>
                  <a:srgbClr val="002060"/>
                </a:solidFill>
                <a:latin typeface="Cambria"/>
                <a:ea typeface="Cambria"/>
                <a:cs typeface="Cambria"/>
                <a:sym typeface="Cambria"/>
              </a:rPr>
              <a:t>C PROGRAMMING FOR PROBLEM SOLVING</a:t>
            </a:r>
            <a:endParaRPr sz="5400" b="1" i="0" u="none" strike="noStrike" cap="none">
              <a:solidFill>
                <a:srgbClr val="002060"/>
              </a:solidFill>
              <a:latin typeface="Cambria"/>
              <a:ea typeface="Cambria"/>
              <a:cs typeface="Cambria"/>
              <a:sym typeface="Cambria"/>
            </a:endParaRPr>
          </a:p>
          <a:p>
            <a:pPr marL="0" marR="0" lvl="0" indent="0" algn="ctr" rtl="0">
              <a:lnSpc>
                <a:spcPct val="120000"/>
              </a:lnSpc>
              <a:spcBef>
                <a:spcPts val="0"/>
              </a:spcBef>
              <a:spcAft>
                <a:spcPts val="0"/>
              </a:spcAft>
              <a:buClr>
                <a:srgbClr val="002060"/>
              </a:buClr>
              <a:buSzPct val="100000"/>
              <a:buFont typeface="Cambria"/>
              <a:buNone/>
            </a:pPr>
            <a:r>
              <a:rPr lang="en-US" sz="5400" b="1" i="0" u="none" strike="noStrike" cap="none">
                <a:solidFill>
                  <a:srgbClr val="002060"/>
                </a:solidFill>
                <a:latin typeface="Cambria"/>
                <a:ea typeface="Cambria"/>
                <a:cs typeface="Cambria"/>
                <a:sym typeface="Cambria"/>
              </a:rPr>
              <a:t>(2</a:t>
            </a:r>
            <a:r>
              <a:rPr lang="en-US" sz="5400" b="1">
                <a:solidFill>
                  <a:srgbClr val="002060"/>
                </a:solidFill>
                <a:latin typeface="Cambria"/>
                <a:ea typeface="Cambria"/>
                <a:cs typeface="Cambria"/>
                <a:sym typeface="Cambria"/>
              </a:rPr>
              <a:t>5</a:t>
            </a:r>
            <a:r>
              <a:rPr lang="en-US" sz="5400" b="1" i="0" u="none" strike="noStrike" cap="none">
                <a:solidFill>
                  <a:srgbClr val="002060"/>
                </a:solidFill>
                <a:latin typeface="Cambria"/>
                <a:ea typeface="Cambria"/>
                <a:cs typeface="Cambria"/>
                <a:sym typeface="Cambria"/>
              </a:rPr>
              <a:t>EN1</a:t>
            </a:r>
            <a:r>
              <a:rPr lang="en-US" sz="5400" b="1">
                <a:solidFill>
                  <a:srgbClr val="002060"/>
                </a:solidFill>
                <a:latin typeface="Cambria"/>
                <a:ea typeface="Cambria"/>
                <a:cs typeface="Cambria"/>
                <a:sym typeface="Cambria"/>
              </a:rPr>
              <a:t>114</a:t>
            </a:r>
            <a:r>
              <a:rPr lang="en-US" sz="5400" b="1" i="0" u="none" strike="noStrike" cap="none">
                <a:solidFill>
                  <a:srgbClr val="002060"/>
                </a:solidFill>
                <a:latin typeface="Cambria"/>
                <a:ea typeface="Cambria"/>
                <a:cs typeface="Cambria"/>
                <a:sym typeface="Cambria"/>
              </a:rPr>
              <a:t>)</a:t>
            </a:r>
            <a:endParaRPr sz="1400" b="0" i="0" u="none" strike="noStrike" cap="none">
              <a:solidFill>
                <a:srgbClr val="000000"/>
              </a:solidFill>
              <a:latin typeface="Arial"/>
              <a:ea typeface="Arial"/>
              <a:cs typeface="Arial"/>
              <a:sym typeface="Arial"/>
            </a:endParaRPr>
          </a:p>
        </p:txBody>
      </p:sp>
      <p:sp>
        <p:nvSpPr>
          <p:cNvPr id="111" name="Google Shape;111;p1"/>
          <p:cNvSpPr txBox="1"/>
          <p:nvPr/>
        </p:nvSpPr>
        <p:spPr>
          <a:xfrm>
            <a:off x="1645921" y="3943430"/>
            <a:ext cx="14889479" cy="1845438"/>
          </a:xfrm>
          <a:prstGeom prst="rect">
            <a:avLst/>
          </a:prstGeom>
          <a:noFill/>
          <a:ln>
            <a:noFill/>
          </a:ln>
        </p:spPr>
        <p:txBody>
          <a:bodyPr spcFirstLastPara="1" wrap="square" lIns="91425" tIns="45700" rIns="91425" bIns="45700" anchor="b" anchorCtr="0">
            <a:normAutofit/>
          </a:bodyPr>
          <a:lstStyle/>
          <a:p>
            <a:pPr marL="0" marR="0" lvl="0" indent="0" algn="ctr" rtl="0">
              <a:lnSpc>
                <a:spcPct val="85000"/>
              </a:lnSpc>
              <a:spcBef>
                <a:spcPts val="0"/>
              </a:spcBef>
              <a:spcAft>
                <a:spcPts val="0"/>
              </a:spcAft>
              <a:buClr>
                <a:schemeClr val="dk1"/>
              </a:buClr>
              <a:buSzPts val="5400"/>
              <a:buFont typeface="Cambria"/>
              <a:buNone/>
            </a:pPr>
            <a:r>
              <a:rPr lang="en-US" sz="5400" b="1" i="0" u="none" strike="noStrike" cap="none">
                <a:solidFill>
                  <a:schemeClr val="dk1"/>
                </a:solidFill>
                <a:latin typeface="Cambria"/>
                <a:ea typeface="Cambria"/>
                <a:cs typeface="Cambria"/>
                <a:sym typeface="Cambria"/>
              </a:rPr>
              <a:t>UNIT-3: </a:t>
            </a:r>
            <a:r>
              <a:rPr lang="en-US" sz="5400" b="1" i="0" u="none" strike="noStrike" cap="none">
                <a:solidFill>
                  <a:srgbClr val="C00000"/>
                </a:solidFill>
                <a:latin typeface="Cambria"/>
                <a:ea typeface="Cambria"/>
                <a:cs typeface="Cambria"/>
                <a:sym typeface="Cambria"/>
              </a:rPr>
              <a:t>Functions</a:t>
            </a:r>
            <a:endParaRPr sz="5400" b="1" i="0" u="none" strike="noStrike" cap="none">
              <a:solidFill>
                <a:srgbClr val="C00000"/>
              </a:solidFill>
              <a:latin typeface="Cambria"/>
              <a:ea typeface="Cambria"/>
              <a:cs typeface="Cambria"/>
              <a:sym typeface="Cambria"/>
            </a:endParaRPr>
          </a:p>
        </p:txBody>
      </p:sp>
      <p:pic>
        <p:nvPicPr>
          <p:cNvPr id="112" name="Google Shape;112;p1"/>
          <p:cNvPicPr preferRelativeResize="0"/>
          <p:nvPr/>
        </p:nvPicPr>
        <p:blipFill rotWithShape="1">
          <a:blip r:embed="rId4">
            <a:alphaModFix/>
          </a:blip>
          <a:srcRect/>
          <a:stretch/>
        </p:blipFill>
        <p:spPr>
          <a:xfrm>
            <a:off x="622818" y="447869"/>
            <a:ext cx="1392594" cy="1392594"/>
          </a:xfrm>
          <a:prstGeom prst="rect">
            <a:avLst/>
          </a:prstGeom>
          <a:noFill/>
          <a:ln>
            <a:noFill/>
          </a:ln>
        </p:spPr>
      </p:pic>
    </p:spTree>
  </p:cSld>
  <p:clrMapOvr>
    <a:masterClrMapping/>
  </p:clrMapOvr>
  <mc:AlternateContent xmlns:mc="http://schemas.openxmlformats.org/markup-compatibility/2006">
    <mc:Choice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Requires="p14">
      <p:transition spd="slow" p14:dur="4000">
        <p14:vortex dir="r"/>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n-US" b="1" dirty="0"/>
              <a:t>CONTENT</a:t>
            </a:r>
            <a:endParaRPr b="1"/>
          </a:p>
        </p:txBody>
      </p:sp>
      <p:sp>
        <p:nvSpPr>
          <p:cNvPr id="118" name="Google Shape;118;p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00"/>
              <a:buNone/>
            </a:pPr>
            <a:fld id="{00000000-1234-1234-1234-123412341234}" type="slidenum">
              <a:rPr lang="en-US"/>
              <a:pPr marL="0" lvl="0" indent="0" algn="r" rtl="0">
                <a:lnSpc>
                  <a:spcPct val="100000"/>
                </a:lnSpc>
                <a:spcBef>
                  <a:spcPts val="0"/>
                </a:spcBef>
                <a:spcAft>
                  <a:spcPts val="0"/>
                </a:spcAft>
                <a:buSzPts val="1500"/>
                <a:buNone/>
              </a:pPr>
              <a:t>2</a:t>
            </a:fld>
            <a:endParaRPr/>
          </a:p>
        </p:txBody>
      </p:sp>
      <p:sp>
        <p:nvSpPr>
          <p:cNvPr id="119" name="Google Shape;119;p2"/>
          <p:cNvSpPr txBox="1"/>
          <p:nvPr/>
        </p:nvSpPr>
        <p:spPr>
          <a:xfrm>
            <a:off x="1731126" y="3124660"/>
            <a:ext cx="15087600" cy="5232161"/>
          </a:xfrm>
          <a:prstGeom prst="rect">
            <a:avLst/>
          </a:prstGeom>
          <a:noFill/>
          <a:ln>
            <a:noFill/>
          </a:ln>
        </p:spPr>
        <p:txBody>
          <a:bodyPr spcFirstLastPara="1" wrap="square" lIns="91425" tIns="45700" rIns="91425" bIns="45700" anchor="t" anchorCtr="0">
            <a:spAutoFit/>
          </a:bodyPr>
          <a:lstStyle/>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Functions: </a:t>
            </a:r>
            <a:endParaRPr sz="14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Definition and declaration</a:t>
            </a:r>
            <a:endParaRPr sz="14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US" sz="3600" dirty="0" smtClean="0">
                <a:latin typeface="Times New Roman"/>
                <a:ea typeface="Times New Roman"/>
                <a:cs typeface="Times New Roman"/>
                <a:sym typeface="Times New Roman"/>
              </a:rPr>
              <a:t>Built-in functions and User-defined functions</a:t>
            </a:r>
          </a:p>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smtClean="0">
                <a:solidFill>
                  <a:srgbClr val="000000"/>
                </a:solidFill>
                <a:latin typeface="Times New Roman"/>
                <a:ea typeface="Times New Roman"/>
                <a:cs typeface="Times New Roman"/>
                <a:sym typeface="Times New Roman"/>
              </a:rPr>
              <a:t>Categories </a:t>
            </a:r>
            <a:r>
              <a:rPr lang="en-US" sz="3600" b="0" i="0" u="none" strike="noStrike" cap="none" dirty="0">
                <a:solidFill>
                  <a:srgbClr val="000000"/>
                </a:solidFill>
                <a:latin typeface="Times New Roman"/>
                <a:ea typeface="Times New Roman"/>
                <a:cs typeface="Times New Roman"/>
                <a:sym typeface="Times New Roman"/>
              </a:rPr>
              <a:t>of functions with </a:t>
            </a:r>
            <a:r>
              <a:rPr lang="en-US" sz="3600" b="0" i="0" u="none" strike="noStrike" cap="none" dirty="0" smtClean="0">
                <a:solidFill>
                  <a:srgbClr val="000000"/>
                </a:solidFill>
                <a:latin typeface="Times New Roman"/>
                <a:ea typeface="Times New Roman"/>
                <a:cs typeface="Times New Roman"/>
                <a:sym typeface="Times New Roman"/>
              </a:rPr>
              <a:t>example</a:t>
            </a:r>
          </a:p>
          <a:p>
            <a:pPr marL="571500" indent="-571500">
              <a:buSzPts val="3600"/>
              <a:buFont typeface="Arial"/>
              <a:buChar char="•"/>
            </a:pPr>
            <a:r>
              <a:rPr lang="en-US" sz="3600" dirty="0" smtClean="0">
                <a:latin typeface="Times New Roman"/>
                <a:ea typeface="Times New Roman"/>
                <a:cs typeface="Times New Roman"/>
                <a:sym typeface="Times New Roman"/>
              </a:rPr>
              <a:t>Call-by-value and </a:t>
            </a:r>
            <a:r>
              <a:rPr lang="en-US" sz="3600" dirty="0" smtClean="0">
                <a:latin typeface="Times New Roman"/>
                <a:ea typeface="Times New Roman"/>
                <a:cs typeface="Times New Roman"/>
                <a:sym typeface="Times New Roman"/>
              </a:rPr>
              <a:t>call-by-reference</a:t>
            </a:r>
            <a:endParaRPr sz="14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Pointers as function arguments</a:t>
            </a:r>
            <a:endParaRPr sz="14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a:solidFill>
                  <a:srgbClr val="000000"/>
                </a:solidFill>
                <a:latin typeface="Times New Roman"/>
                <a:ea typeface="Times New Roman"/>
                <a:cs typeface="Times New Roman"/>
                <a:sym typeface="Times New Roman"/>
              </a:rPr>
              <a:t>array as function argument</a:t>
            </a:r>
            <a:endParaRPr sz="1400" b="0" i="0" u="none" strike="noStrike" cap="none">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000000"/>
              </a:buClr>
              <a:buSzPts val="3600"/>
              <a:buFont typeface="Arial"/>
              <a:buChar char="•"/>
            </a:pPr>
            <a:r>
              <a:rPr lang="en-US" sz="3600" b="0" i="0" u="none" strike="noStrike" cap="none" dirty="0" smtClean="0">
                <a:solidFill>
                  <a:srgbClr val="000000"/>
                </a:solidFill>
                <a:latin typeface="Times New Roman"/>
                <a:ea typeface="Times New Roman"/>
                <a:cs typeface="Times New Roman"/>
                <a:sym typeface="Times New Roman"/>
              </a:rPr>
              <a:t>Recursion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en-US" sz="3200" b="0" i="0" u="none" strike="noStrike" cap="none" dirty="0">
                <a:solidFill>
                  <a:srgbClr val="000000"/>
                </a:solidFill>
                <a:latin typeface="Arial"/>
                <a:ea typeface="Arial"/>
                <a:cs typeface="Arial"/>
                <a:sym typeface="Arial"/>
              </a:rPr>
              <a:t>(from Text Book-1: Chapter 7: 7.1 to 7.17 &amp; Chapter 4:4.1 to 4.8, 4.10)</a:t>
            </a:r>
            <a:endParaRPr sz="3600" b="0" i="0" u="none" strike="noStrike" cap="none">
              <a:solidFill>
                <a:srgbClr val="000000"/>
              </a:solidFill>
              <a:latin typeface="Times New Roman"/>
              <a:ea typeface="Times New Roman"/>
              <a:cs typeface="Times New Roman"/>
              <a:sym typeface="Times New Roman"/>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3"/>
        <p:cNvGrpSpPr/>
        <p:nvPr/>
      </p:nvGrpSpPr>
      <p:grpSpPr>
        <a:xfrm>
          <a:off x="0" y="0"/>
          <a:ext cx="0" cy="0"/>
          <a:chOff x="0" y="0"/>
          <a:chExt cx="0" cy="0"/>
        </a:xfrm>
      </p:grpSpPr>
      <p:sp>
        <p:nvSpPr>
          <p:cNvPr id="124" name="Google Shape;124;p3"/>
          <p:cNvSpPr txBox="1">
            <a:spLocks noGrp="1"/>
          </p:cNvSpPr>
          <p:nvPr>
            <p:ph type="title"/>
          </p:nvPr>
        </p:nvSpPr>
        <p:spPr>
          <a:xfrm>
            <a:off x="914400" y="114300"/>
            <a:ext cx="16459200" cy="17145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Times New Roman"/>
              <a:buNone/>
            </a:pPr>
            <a:r>
              <a:rPr lang="en-US" sz="8000" b="1" u="sng">
                <a:latin typeface="Times New Roman"/>
                <a:ea typeface="Times New Roman"/>
                <a:cs typeface="Times New Roman"/>
                <a:sym typeface="Times New Roman"/>
              </a:rPr>
              <a:t>Introduction</a:t>
            </a:r>
            <a:endParaRPr sz="8000" b="1" u="sng">
              <a:latin typeface="Times New Roman"/>
              <a:ea typeface="Times New Roman"/>
              <a:cs typeface="Times New Roman"/>
              <a:sym typeface="Times New Roman"/>
            </a:endParaRPr>
          </a:p>
        </p:txBody>
      </p:sp>
      <p:sp>
        <p:nvSpPr>
          <p:cNvPr id="125" name="Google Shape;125;p3"/>
          <p:cNvSpPr txBox="1">
            <a:spLocks noGrp="1"/>
          </p:cNvSpPr>
          <p:nvPr>
            <p:ph type="body" idx="1"/>
          </p:nvPr>
        </p:nvSpPr>
        <p:spPr>
          <a:xfrm>
            <a:off x="838200" y="2631233"/>
            <a:ext cx="16535400" cy="6699379"/>
          </a:xfrm>
          <a:prstGeom prst="rect">
            <a:avLst/>
          </a:prstGeom>
          <a:noFill/>
          <a:ln>
            <a:noFill/>
          </a:ln>
        </p:spPr>
        <p:txBody>
          <a:bodyPr spcFirstLastPara="1" wrap="square" lIns="0" tIns="45700" rIns="0" bIns="45700" anchor="t" anchorCtr="0">
            <a:normAutofit/>
          </a:bodyPr>
          <a:lstStyle/>
          <a:p>
            <a:pPr marL="575945" lvl="2" indent="0" algn="just" rtl="0">
              <a:lnSpc>
                <a:spcPct val="90000"/>
              </a:lnSpc>
              <a:spcBef>
                <a:spcPts val="900"/>
              </a:spcBef>
              <a:spcAft>
                <a:spcPts val="0"/>
              </a:spcAft>
              <a:buSzPts val="3900"/>
              <a:buNone/>
            </a:pPr>
            <a:r>
              <a:rPr lang="en-US" sz="4400"/>
              <a:t>Why are Functions Needed?</a:t>
            </a:r>
            <a:endParaRPr sz="4400" b="1">
              <a:solidFill>
                <a:srgbClr val="FF0000"/>
              </a:solidFill>
              <a:latin typeface="Times New Roman"/>
              <a:ea typeface="Times New Roman"/>
              <a:cs typeface="Times New Roman"/>
              <a:sym typeface="Times New Roman"/>
            </a:endParaRPr>
          </a:p>
        </p:txBody>
      </p:sp>
      <p:sp>
        <p:nvSpPr>
          <p:cNvPr id="126" name="Google Shape;126;p3"/>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2/22/2024</a:t>
            </a:r>
            <a:endParaRPr/>
          </a:p>
        </p:txBody>
      </p:sp>
      <p:sp>
        <p:nvSpPr>
          <p:cNvPr id="127" name="Google Shape;127;p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a:t>
            </a:fld>
            <a:endParaRPr/>
          </a:p>
        </p:txBody>
      </p:sp>
      <p:sp>
        <p:nvSpPr>
          <p:cNvPr id="128" name="Google Shape;128;p3"/>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1.0001 LECTURE 1 				</a:t>
            </a:r>
            <a:endParaRPr/>
          </a:p>
          <a:p>
            <a:pPr marL="0" lvl="0" indent="0" algn="ctr" rtl="0">
              <a:lnSpc>
                <a:spcPct val="100000"/>
              </a:lnSpc>
              <a:spcBef>
                <a:spcPts val="0"/>
              </a:spcBef>
              <a:spcAft>
                <a:spcPts val="0"/>
              </a:spcAft>
              <a:buSzPts val="1400"/>
              <a:buNone/>
            </a:pPr>
            <a:endParaRPr sz="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5">
                                            <p:txEl>
                                              <p:pRg st="0" end="0"/>
                                            </p:txEl>
                                          </p:spTgt>
                                        </p:tgtEl>
                                        <p:attrNameLst>
                                          <p:attrName>style.visibility</p:attrName>
                                        </p:attrNameLst>
                                      </p:cBhvr>
                                      <p:to>
                                        <p:strVal val="visible"/>
                                      </p:to>
                                    </p:set>
                                    <p:animEffect transition="in" filter="fade">
                                      <p:cBhvr>
                                        <p:cTn id="7" dur="500"/>
                                        <p:tgtEl>
                                          <p:spTgt spid="1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5">
                                            <p:txEl>
                                              <p:pRg st="0" end="0"/>
                                            </p:txEl>
                                          </p:spTgt>
                                        </p:tgtEl>
                                        <p:attrNameLst>
                                          <p:attrName>style.visibility</p:attrName>
                                        </p:attrNameLst>
                                      </p:cBhvr>
                                      <p:to>
                                        <p:strVal val="visible"/>
                                      </p:to>
                                    </p:set>
                                    <p:animEffect transition="in" filter="fade">
                                      <p:cBhvr>
                                        <p:cTn id="12" dur="500"/>
                                        <p:tgtEl>
                                          <p:spTgt spid="1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43"/>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C Functions</a:t>
            </a:r>
            <a:endParaRPr/>
          </a:p>
        </p:txBody>
      </p:sp>
      <p:sp>
        <p:nvSpPr>
          <p:cNvPr id="134" name="Google Shape;134;p43"/>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fontScale="92500" lnSpcReduction="20000"/>
          </a:bodyPr>
          <a:lstStyle/>
          <a:p>
            <a:pPr marL="342900" lvl="0" indent="-342900" algn="l" rtl="0">
              <a:lnSpc>
                <a:spcPct val="90000"/>
              </a:lnSpc>
              <a:spcBef>
                <a:spcPts val="0"/>
              </a:spcBef>
              <a:spcAft>
                <a:spcPts val="0"/>
              </a:spcAft>
              <a:buClr>
                <a:schemeClr val="dk1"/>
              </a:buClr>
              <a:buSzPct val="100000"/>
              <a:buChar char="•"/>
            </a:pPr>
            <a:r>
              <a:rPr lang="en-US"/>
              <a:t>A function is a block of code which only runs when it is called.         </a:t>
            </a:r>
            <a:endParaRPr/>
          </a:p>
          <a:p>
            <a:pPr marL="342900" lvl="0" indent="-342900" algn="l" rtl="0">
              <a:lnSpc>
                <a:spcPct val="90000"/>
              </a:lnSpc>
              <a:spcBef>
                <a:spcPts val="592"/>
              </a:spcBef>
              <a:spcAft>
                <a:spcPts val="0"/>
              </a:spcAft>
              <a:buClr>
                <a:schemeClr val="dk1"/>
              </a:buClr>
              <a:buSzPct val="100000"/>
              <a:buChar char="•"/>
            </a:pPr>
            <a:r>
              <a:rPr lang="en-US"/>
              <a:t>A </a:t>
            </a:r>
            <a:r>
              <a:rPr lang="en-US" b="1"/>
              <a:t>function in C </a:t>
            </a:r>
            <a:r>
              <a:rPr lang="en-US"/>
              <a:t>is a set of statements that when called perform some specific task.</a:t>
            </a:r>
            <a:endParaRPr/>
          </a:p>
          <a:p>
            <a:pPr marL="342900" lvl="0" indent="-342900" algn="l" rtl="0">
              <a:lnSpc>
                <a:spcPct val="90000"/>
              </a:lnSpc>
              <a:spcBef>
                <a:spcPts val="592"/>
              </a:spcBef>
              <a:spcAft>
                <a:spcPts val="0"/>
              </a:spcAft>
              <a:buClr>
                <a:schemeClr val="dk1"/>
              </a:buClr>
              <a:buSzPct val="100000"/>
              <a:buChar char="•"/>
            </a:pPr>
            <a:r>
              <a:rPr lang="en-US"/>
              <a:t>You can pass data, known as </a:t>
            </a:r>
            <a:r>
              <a:rPr lang="en-US" b="1"/>
              <a:t>parameters</a:t>
            </a:r>
            <a:r>
              <a:rPr lang="en-US"/>
              <a:t>, into a function.</a:t>
            </a:r>
            <a:endParaRPr/>
          </a:p>
          <a:p>
            <a:pPr marL="342900" lvl="0" indent="-342900" algn="l" rtl="0">
              <a:lnSpc>
                <a:spcPct val="90000"/>
              </a:lnSpc>
              <a:spcBef>
                <a:spcPts val="592"/>
              </a:spcBef>
              <a:spcAft>
                <a:spcPts val="0"/>
              </a:spcAft>
              <a:buClr>
                <a:schemeClr val="dk1"/>
              </a:buClr>
              <a:buSzPct val="100000"/>
              <a:buChar char="•"/>
            </a:pPr>
            <a:r>
              <a:rPr lang="en-US"/>
              <a:t>Functions are used to perform certain actions, and they are important for reusing code: </a:t>
            </a:r>
            <a:r>
              <a:rPr lang="en-US" b="1"/>
              <a:t>Define the code once, and use it many times.</a:t>
            </a:r>
            <a:endParaRPr/>
          </a:p>
          <a:p>
            <a:pPr marL="342900" lvl="0" indent="-342900" algn="l" rtl="0">
              <a:lnSpc>
                <a:spcPct val="90000"/>
              </a:lnSpc>
              <a:spcBef>
                <a:spcPts val="592"/>
              </a:spcBef>
              <a:spcAft>
                <a:spcPts val="0"/>
              </a:spcAft>
              <a:buClr>
                <a:schemeClr val="dk1"/>
              </a:buClr>
              <a:buSzPct val="100000"/>
              <a:buChar char="•"/>
            </a:pPr>
            <a:r>
              <a:rPr lang="en-US"/>
              <a:t>They are also called </a:t>
            </a:r>
            <a:r>
              <a:rPr lang="en-US" b="1"/>
              <a:t>subroutines or procedures </a:t>
            </a:r>
            <a:r>
              <a:rPr lang="en-US"/>
              <a:t>in other languages.</a:t>
            </a:r>
            <a:endParaRPr/>
          </a:p>
          <a:p>
            <a:pPr marL="342900" lvl="0" indent="-166687" algn="l" rtl="0">
              <a:lnSpc>
                <a:spcPct val="90000"/>
              </a:lnSpc>
              <a:spcBef>
                <a:spcPts val="592"/>
              </a:spcBef>
              <a:spcAft>
                <a:spcPts val="0"/>
              </a:spcAft>
              <a:buClr>
                <a:schemeClr val="dk1"/>
              </a:buClr>
              <a:buSzPct val="100000"/>
              <a:buNone/>
            </a:pPr>
            <a:endParaRPr/>
          </a:p>
          <a:p>
            <a:pPr marL="342900" lvl="0" indent="-342900" algn="l" rtl="0">
              <a:lnSpc>
                <a:spcPct val="90000"/>
              </a:lnSpc>
              <a:spcBef>
                <a:spcPts val="0"/>
              </a:spcBef>
              <a:spcAft>
                <a:spcPts val="0"/>
              </a:spcAft>
              <a:buClr>
                <a:schemeClr val="dk1"/>
              </a:buClr>
              <a:buSzPct val="100000"/>
              <a:buChar char="•"/>
            </a:pPr>
            <a:r>
              <a:rPr lang="en-US"/>
              <a:t>A C program is nothing but a collection of functions and variables. </a:t>
            </a:r>
            <a:endParaRPr/>
          </a:p>
          <a:p>
            <a:pPr marL="342900" lvl="0" indent="-342900" algn="l" rtl="0">
              <a:lnSpc>
                <a:spcPct val="90000"/>
              </a:lnSpc>
              <a:spcBef>
                <a:spcPts val="448"/>
              </a:spcBef>
              <a:spcAft>
                <a:spcPts val="0"/>
              </a:spcAft>
              <a:buClr>
                <a:schemeClr val="dk1"/>
              </a:buClr>
              <a:buSzPct val="100000"/>
              <a:buChar char="•"/>
            </a:pPr>
            <a:r>
              <a:rPr lang="en-US"/>
              <a:t>Every C program has at least one function which is called the ‘main’ function.</a:t>
            </a:r>
            <a:endParaRPr/>
          </a:p>
          <a:p>
            <a:pPr marL="342900" lvl="0" indent="-342900" algn="l" rtl="0">
              <a:lnSpc>
                <a:spcPct val="90000"/>
              </a:lnSpc>
              <a:spcBef>
                <a:spcPts val="448"/>
              </a:spcBef>
              <a:spcAft>
                <a:spcPts val="0"/>
              </a:spcAft>
              <a:buClr>
                <a:schemeClr val="dk1"/>
              </a:buClr>
              <a:buSzPct val="100000"/>
              <a:buChar char="•"/>
            </a:pPr>
            <a:r>
              <a:rPr lang="en-US"/>
              <a:t>All C program’s execution always starts in the ‘main’ function.</a:t>
            </a:r>
            <a:endParaRPr/>
          </a:p>
          <a:p>
            <a:pPr marL="342900" lvl="0" indent="-342900" algn="l" rtl="0">
              <a:lnSpc>
                <a:spcPct val="90000"/>
              </a:lnSpc>
              <a:spcBef>
                <a:spcPts val="448"/>
              </a:spcBef>
              <a:spcAft>
                <a:spcPts val="0"/>
              </a:spcAft>
              <a:buClr>
                <a:schemeClr val="dk1"/>
              </a:buClr>
              <a:buSzPct val="100000"/>
              <a:buChar char="•"/>
            </a:pPr>
            <a:r>
              <a:rPr lang="en-US"/>
              <a:t>To execute the code in a given function, we ‘call’ that function. This causes the code in that function to execute. After the function’s code gets executed, the control returns back to the next statement (after the function call).</a:t>
            </a:r>
            <a:endParaRPr/>
          </a:p>
          <a:p>
            <a:pPr marL="342900" lvl="0" indent="-342900" algn="l" rtl="0">
              <a:lnSpc>
                <a:spcPct val="90000"/>
              </a:lnSpc>
              <a:spcBef>
                <a:spcPts val="448"/>
              </a:spcBef>
              <a:spcAft>
                <a:spcPts val="0"/>
              </a:spcAft>
              <a:buClr>
                <a:schemeClr val="dk1"/>
              </a:buClr>
              <a:buSzPct val="100000"/>
              <a:buChar char="•"/>
            </a:pPr>
            <a:r>
              <a:rPr lang="en-US"/>
              <a:t>When we design a program of reasonable complexity, we try to break down the functionality in to manageable size code blocks that can be mapped to C functions.</a:t>
            </a:r>
            <a:endParaRPr/>
          </a:p>
          <a:p>
            <a:pPr marL="342900" lvl="0" indent="-342900" algn="l" rtl="0">
              <a:lnSpc>
                <a:spcPct val="90000"/>
              </a:lnSpc>
              <a:spcBef>
                <a:spcPts val="448"/>
              </a:spcBef>
              <a:spcAft>
                <a:spcPts val="0"/>
              </a:spcAft>
              <a:buClr>
                <a:schemeClr val="dk1"/>
              </a:buClr>
              <a:buSzPct val="100000"/>
              <a:buChar char="•"/>
            </a:pPr>
            <a:r>
              <a:rPr lang="en-US"/>
              <a:t>Functions can take some parameters which are used as part of achieving the functionality or it can have no parameters as well</a:t>
            </a:r>
            <a:endParaRPr/>
          </a:p>
          <a:p>
            <a:pPr marL="342900" lvl="0" indent="-200660" algn="l" rtl="0">
              <a:lnSpc>
                <a:spcPct val="90000"/>
              </a:lnSpc>
              <a:spcBef>
                <a:spcPts val="448"/>
              </a:spcBef>
              <a:spcAft>
                <a:spcPts val="0"/>
              </a:spcAft>
              <a:buClr>
                <a:schemeClr val="dk1"/>
              </a:buClr>
              <a:buSzPct val="100000"/>
              <a:buNone/>
            </a:pPr>
            <a:endParaRPr/>
          </a:p>
          <a:p>
            <a:pPr marL="457200" lvl="0" indent="-228600" algn="l" rtl="0">
              <a:lnSpc>
                <a:spcPct val="90000"/>
              </a:lnSpc>
              <a:spcBef>
                <a:spcPts val="1800"/>
              </a:spcBef>
              <a:spcAft>
                <a:spcPts val="0"/>
              </a:spcAft>
              <a:buSzPct val="64863"/>
              <a:buNone/>
            </a:pPr>
            <a:endParaRPr/>
          </a:p>
        </p:txBody>
      </p:sp>
      <p:sp>
        <p:nvSpPr>
          <p:cNvPr id="135" name="Google Shape;135;p4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44"/>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Predefined Functions</a:t>
            </a:r>
            <a:endParaRPr/>
          </a:p>
        </p:txBody>
      </p:sp>
      <p:sp>
        <p:nvSpPr>
          <p:cNvPr id="141" name="Google Shape;141;p44"/>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3200"/>
              <a:buChar char="•"/>
            </a:pPr>
            <a:r>
              <a:rPr lang="en-US"/>
              <a:t>You already know what a function is. You have been using it the whole time while writing programs.</a:t>
            </a:r>
            <a:endParaRPr/>
          </a:p>
          <a:p>
            <a:pPr marL="342900" lvl="0" indent="-342900" algn="l" rtl="0">
              <a:lnSpc>
                <a:spcPct val="90000"/>
              </a:lnSpc>
              <a:spcBef>
                <a:spcPts val="640"/>
              </a:spcBef>
              <a:spcAft>
                <a:spcPts val="0"/>
              </a:spcAft>
              <a:buClr>
                <a:schemeClr val="dk1"/>
              </a:buClr>
              <a:buSzPts val="3200"/>
              <a:buChar char="•"/>
            </a:pPr>
            <a:r>
              <a:rPr lang="en-US"/>
              <a:t>For example, </a:t>
            </a:r>
            <a:r>
              <a:rPr lang="en-US" b="1"/>
              <a:t>main() </a:t>
            </a:r>
            <a:r>
              <a:rPr lang="en-US"/>
              <a:t>is a function, which is used to execute code, and </a:t>
            </a:r>
            <a:r>
              <a:rPr lang="en-US" b="1"/>
              <a:t>printf() </a:t>
            </a:r>
            <a:r>
              <a:rPr lang="en-US"/>
              <a:t>is a function; used to output/print text to the screen:</a:t>
            </a:r>
            <a:endParaRPr/>
          </a:p>
          <a:p>
            <a:pPr marL="342900" lvl="0" indent="-139700" algn="l" rtl="0">
              <a:lnSpc>
                <a:spcPct val="90000"/>
              </a:lnSpc>
              <a:spcBef>
                <a:spcPts val="640"/>
              </a:spcBef>
              <a:spcAft>
                <a:spcPts val="0"/>
              </a:spcAft>
              <a:buClr>
                <a:schemeClr val="dk1"/>
              </a:buClr>
              <a:buSzPts val="3200"/>
              <a:buNone/>
            </a:pPr>
            <a:endParaRPr/>
          </a:p>
          <a:p>
            <a:pPr marL="342900" lvl="0" indent="-139700" algn="l" rtl="0">
              <a:lnSpc>
                <a:spcPct val="90000"/>
              </a:lnSpc>
              <a:spcBef>
                <a:spcPts val="640"/>
              </a:spcBef>
              <a:spcAft>
                <a:spcPts val="0"/>
              </a:spcAft>
              <a:buClr>
                <a:schemeClr val="dk1"/>
              </a:buClr>
              <a:buSzPts val="3200"/>
              <a:buNone/>
            </a:pPr>
            <a:endParaRPr/>
          </a:p>
          <a:p>
            <a:pPr marL="342900" lvl="0" indent="-139700" algn="l" rtl="0">
              <a:lnSpc>
                <a:spcPct val="90000"/>
              </a:lnSpc>
              <a:spcBef>
                <a:spcPts val="640"/>
              </a:spcBef>
              <a:spcAft>
                <a:spcPts val="0"/>
              </a:spcAft>
              <a:buClr>
                <a:schemeClr val="dk1"/>
              </a:buClr>
              <a:buSzPts val="3200"/>
              <a:buNone/>
            </a:pPr>
            <a:endParaRPr/>
          </a:p>
          <a:p>
            <a:pPr marL="342900" lvl="0" indent="-139700" algn="l" rtl="0">
              <a:lnSpc>
                <a:spcPct val="90000"/>
              </a:lnSpc>
              <a:spcBef>
                <a:spcPts val="640"/>
              </a:spcBef>
              <a:spcAft>
                <a:spcPts val="0"/>
              </a:spcAft>
              <a:buClr>
                <a:schemeClr val="dk1"/>
              </a:buClr>
              <a:buSzPts val="3200"/>
              <a:buNone/>
            </a:pPr>
            <a:endParaRPr/>
          </a:p>
          <a:p>
            <a:pPr marL="457200" lvl="0" indent="-228600" algn="l" rtl="0">
              <a:lnSpc>
                <a:spcPct val="90000"/>
              </a:lnSpc>
              <a:spcBef>
                <a:spcPts val="1800"/>
              </a:spcBef>
              <a:spcAft>
                <a:spcPts val="0"/>
              </a:spcAft>
              <a:buSzPts val="1800"/>
              <a:buNone/>
            </a:pPr>
            <a:endParaRPr/>
          </a:p>
        </p:txBody>
      </p:sp>
      <p:sp>
        <p:nvSpPr>
          <p:cNvPr id="142" name="Google Shape;142;p4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6"/>
        <p:cNvGrpSpPr/>
        <p:nvPr/>
      </p:nvGrpSpPr>
      <p:grpSpPr>
        <a:xfrm>
          <a:off x="0" y="0"/>
          <a:ext cx="0" cy="0"/>
          <a:chOff x="0" y="0"/>
          <a:chExt cx="0" cy="0"/>
        </a:xfrm>
      </p:grpSpPr>
      <p:sp>
        <p:nvSpPr>
          <p:cNvPr id="147" name="Google Shape;147;p4"/>
          <p:cNvSpPr txBox="1">
            <a:spLocks noGrp="1"/>
          </p:cNvSpPr>
          <p:nvPr>
            <p:ph type="title"/>
          </p:nvPr>
        </p:nvSpPr>
        <p:spPr>
          <a:xfrm>
            <a:off x="914400" y="114300"/>
            <a:ext cx="16459200" cy="17145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Times New Roman"/>
              <a:buNone/>
            </a:pPr>
            <a:r>
              <a:rPr lang="en-US" sz="8000" b="1">
                <a:solidFill>
                  <a:schemeClr val="dk1"/>
                </a:solidFill>
                <a:latin typeface="Arial"/>
                <a:ea typeface="Arial"/>
                <a:cs typeface="Arial"/>
                <a:sym typeface="Arial"/>
              </a:rPr>
              <a:t>Syntax</a:t>
            </a:r>
            <a:endParaRPr sz="8000" b="1" u="sng">
              <a:latin typeface="Times New Roman"/>
              <a:ea typeface="Times New Roman"/>
              <a:cs typeface="Times New Roman"/>
              <a:sym typeface="Times New Roman"/>
            </a:endParaRPr>
          </a:p>
        </p:txBody>
      </p:sp>
      <p:sp>
        <p:nvSpPr>
          <p:cNvPr id="148" name="Google Shape;148;p4"/>
          <p:cNvSpPr txBox="1">
            <a:spLocks noGrp="1"/>
          </p:cNvSpPr>
          <p:nvPr>
            <p:ph type="body" idx="1"/>
          </p:nvPr>
        </p:nvSpPr>
        <p:spPr>
          <a:xfrm>
            <a:off x="861646" y="2705100"/>
            <a:ext cx="16535400" cy="6588733"/>
          </a:xfrm>
          <a:prstGeom prst="rect">
            <a:avLst/>
          </a:prstGeom>
          <a:noFill/>
          <a:ln>
            <a:noFill/>
          </a:ln>
        </p:spPr>
        <p:txBody>
          <a:bodyPr spcFirstLastPara="1" wrap="square" lIns="0" tIns="45700" rIns="0" bIns="45700" anchor="t" anchorCtr="0">
            <a:noAutofit/>
          </a:bodyPr>
          <a:lstStyle/>
          <a:p>
            <a:pPr marL="0" lvl="0" indent="0" algn="l" rtl="0">
              <a:lnSpc>
                <a:spcPct val="90000"/>
              </a:lnSpc>
              <a:spcBef>
                <a:spcPts val="0"/>
              </a:spcBef>
              <a:spcAft>
                <a:spcPts val="0"/>
              </a:spcAft>
              <a:buSzPts val="3600"/>
              <a:buNone/>
            </a:pPr>
            <a:endParaRPr sz="4000" b="0" i="0" u="none" strike="noStrike" cap="none">
              <a:solidFill>
                <a:schemeClr val="dk1"/>
              </a:solidFill>
              <a:latin typeface="Arial"/>
              <a:ea typeface="Arial"/>
              <a:cs typeface="Arial"/>
              <a:sym typeface="Arial"/>
            </a:endParaRPr>
          </a:p>
          <a:p>
            <a:pPr marL="0" lvl="0" indent="0" algn="l" rtl="0">
              <a:lnSpc>
                <a:spcPct val="90000"/>
              </a:lnSpc>
              <a:spcBef>
                <a:spcPts val="0"/>
              </a:spcBef>
              <a:spcAft>
                <a:spcPts val="0"/>
              </a:spcAft>
              <a:buSzPts val="3600"/>
              <a:buNone/>
            </a:pPr>
            <a:endParaRPr sz="3200" b="0" i="0" u="none" strike="noStrike" cap="none">
              <a:solidFill>
                <a:schemeClr val="dk1"/>
              </a:solidFill>
              <a:latin typeface="Arial"/>
              <a:ea typeface="Arial"/>
              <a:cs typeface="Arial"/>
              <a:sym typeface="Arial"/>
            </a:endParaRPr>
          </a:p>
          <a:p>
            <a:pPr marL="0" lvl="0" indent="0" algn="l" rtl="0">
              <a:lnSpc>
                <a:spcPct val="90000"/>
              </a:lnSpc>
              <a:spcBef>
                <a:spcPts val="0"/>
              </a:spcBef>
              <a:spcAft>
                <a:spcPts val="0"/>
              </a:spcAft>
              <a:buSzPts val="3600"/>
              <a:buNone/>
            </a:pPr>
            <a:endParaRPr sz="3200" b="0" i="0" u="none" strike="noStrike" cap="none">
              <a:solidFill>
                <a:schemeClr val="dk1"/>
              </a:solidFill>
              <a:latin typeface="Arial"/>
              <a:ea typeface="Arial"/>
              <a:cs typeface="Arial"/>
              <a:sym typeface="Arial"/>
            </a:endParaRPr>
          </a:p>
        </p:txBody>
      </p:sp>
      <p:sp>
        <p:nvSpPr>
          <p:cNvPr id="149" name="Google Shape;149;p4"/>
          <p:cNvSpPr txBox="1">
            <a:spLocks noGrp="1"/>
          </p:cNvSpPr>
          <p:nvPr>
            <p:ph type="dt" idx="10"/>
          </p:nvPr>
        </p:nvSpPr>
        <p:spPr>
          <a:xfrm>
            <a:off x="1645921" y="9689678"/>
            <a:ext cx="3708407" cy="547688"/>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2/22/2024</a:t>
            </a:r>
            <a:endParaRPr/>
          </a:p>
        </p:txBody>
      </p:sp>
      <p:sp>
        <p:nvSpPr>
          <p:cNvPr id="150" name="Google Shape;150;p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6</a:t>
            </a:fld>
            <a:endParaRPr/>
          </a:p>
        </p:txBody>
      </p:sp>
      <p:sp>
        <p:nvSpPr>
          <p:cNvPr id="151" name="Google Shape;151;p4"/>
          <p:cNvSpPr txBox="1">
            <a:spLocks noGrp="1"/>
          </p:cNvSpPr>
          <p:nvPr>
            <p:ph type="ftr" idx="11"/>
          </p:nvPr>
        </p:nvSpPr>
        <p:spPr>
          <a:xfrm>
            <a:off x="5529278" y="9689678"/>
            <a:ext cx="7234206" cy="54768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1.0001 LECTURE 1 				</a:t>
            </a:r>
            <a:endParaRPr/>
          </a:p>
          <a:p>
            <a:pPr marL="0" lvl="0" indent="0" algn="ctr" rtl="0">
              <a:lnSpc>
                <a:spcPct val="100000"/>
              </a:lnSpc>
              <a:spcBef>
                <a:spcPts val="0"/>
              </a:spcBef>
              <a:spcAft>
                <a:spcPts val="0"/>
              </a:spcAft>
              <a:buSzPts val="1400"/>
              <a:buNone/>
            </a:pPr>
            <a:endParaRPr sz="800"/>
          </a:p>
        </p:txBody>
      </p:sp>
      <p:sp>
        <p:nvSpPr>
          <p:cNvPr id="152" name="Google Shape;152;p4"/>
          <p:cNvSpPr txBo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0" marR="0" lvl="0" indent="0" algn="l" rtl="0">
              <a:lnSpc>
                <a:spcPct val="90000"/>
              </a:lnSpc>
              <a:spcBef>
                <a:spcPts val="640"/>
              </a:spcBef>
              <a:spcAft>
                <a:spcPts val="0"/>
              </a:spcAft>
              <a:buClr>
                <a:schemeClr val="dk1"/>
              </a:buClr>
              <a:buSzPts val="3200"/>
              <a:buFont typeface="Calibri"/>
              <a:buNone/>
            </a:pP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ts val="3200"/>
              <a:buFont typeface="Calibri"/>
              <a:buNone/>
            </a:pPr>
            <a:r>
              <a:rPr lang="en-US" sz="3000" b="1" i="0" u="none" strike="noStrike" cap="none">
                <a:solidFill>
                  <a:srgbClr val="3F3F3F"/>
                </a:solidFill>
                <a:latin typeface="Calibri"/>
                <a:ea typeface="Calibri"/>
                <a:cs typeface="Calibri"/>
                <a:sym typeface="Calibri"/>
              </a:rPr>
              <a:t>Syntax of Functions in C</a:t>
            </a: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640"/>
              </a:spcBef>
              <a:spcAft>
                <a:spcPts val="0"/>
              </a:spcAft>
              <a:buClr>
                <a:schemeClr val="dk1"/>
              </a:buClr>
              <a:buSzPts val="3200"/>
              <a:buFont typeface="Calibri"/>
              <a:buNone/>
            </a:pPr>
            <a:r>
              <a:rPr lang="en-US" sz="3000" b="0" i="0" u="none" strike="noStrike" cap="none">
                <a:solidFill>
                  <a:srgbClr val="3F3F3F"/>
                </a:solidFill>
                <a:latin typeface="Calibri"/>
                <a:ea typeface="Calibri"/>
                <a:cs typeface="Calibri"/>
                <a:sym typeface="Calibri"/>
              </a:rPr>
              <a:t>The syntax of function can be divided into 3 aspects:</a:t>
            </a:r>
            <a:endParaRPr sz="1400" b="0" i="0" u="none" strike="noStrike" cap="none">
              <a:solidFill>
                <a:srgbClr val="000000"/>
              </a:solidFill>
              <a:latin typeface="Arial"/>
              <a:ea typeface="Arial"/>
              <a:cs typeface="Arial"/>
              <a:sym typeface="Arial"/>
            </a:endParaRPr>
          </a:p>
          <a:p>
            <a:pPr marL="342900" marR="0" lvl="0" indent="-342900" algn="l" rtl="0">
              <a:lnSpc>
                <a:spcPct val="90000"/>
              </a:lnSpc>
              <a:spcBef>
                <a:spcPts val="640"/>
              </a:spcBef>
              <a:spcAft>
                <a:spcPts val="0"/>
              </a:spcAft>
              <a:buClr>
                <a:schemeClr val="dk1"/>
              </a:buClr>
              <a:buSzPts val="3200"/>
              <a:buFont typeface="Calibri"/>
              <a:buChar char="•"/>
            </a:pPr>
            <a:r>
              <a:rPr lang="en-US" sz="3000" b="1" i="0" u="none" strike="noStrike" cap="none">
                <a:solidFill>
                  <a:srgbClr val="3F3F3F"/>
                </a:solidFill>
                <a:latin typeface="Calibri"/>
                <a:ea typeface="Calibri"/>
                <a:cs typeface="Calibri"/>
                <a:sym typeface="Calibri"/>
              </a:rPr>
              <a:t>Function Declaration</a:t>
            </a:r>
            <a:endParaRPr sz="3000" b="0" i="0" u="none" strike="noStrike" cap="none">
              <a:solidFill>
                <a:srgbClr val="3F3F3F"/>
              </a:solidFill>
              <a:latin typeface="Calibri"/>
              <a:ea typeface="Calibri"/>
              <a:cs typeface="Calibri"/>
              <a:sym typeface="Calibri"/>
            </a:endParaRPr>
          </a:p>
          <a:p>
            <a:pPr marL="342900" marR="0" lvl="0" indent="-342900" algn="l" rtl="0">
              <a:lnSpc>
                <a:spcPct val="90000"/>
              </a:lnSpc>
              <a:spcBef>
                <a:spcPts val="640"/>
              </a:spcBef>
              <a:spcAft>
                <a:spcPts val="0"/>
              </a:spcAft>
              <a:buClr>
                <a:schemeClr val="dk1"/>
              </a:buClr>
              <a:buSzPts val="3200"/>
              <a:buFont typeface="Calibri"/>
              <a:buChar char="•"/>
            </a:pPr>
            <a:r>
              <a:rPr lang="en-US" sz="3000" b="1" i="0" u="none" strike="noStrike" cap="none">
                <a:solidFill>
                  <a:srgbClr val="3F3F3F"/>
                </a:solidFill>
                <a:latin typeface="Calibri"/>
                <a:ea typeface="Calibri"/>
                <a:cs typeface="Calibri"/>
                <a:sym typeface="Calibri"/>
              </a:rPr>
              <a:t>Function Definition</a:t>
            </a:r>
            <a:endParaRPr sz="3000" b="0" i="0" u="none" strike="noStrike" cap="none">
              <a:solidFill>
                <a:srgbClr val="3F3F3F"/>
              </a:solidFill>
              <a:latin typeface="Calibri"/>
              <a:ea typeface="Calibri"/>
              <a:cs typeface="Calibri"/>
              <a:sym typeface="Calibri"/>
            </a:endParaRPr>
          </a:p>
          <a:p>
            <a:pPr marL="342900" marR="0" lvl="0" indent="-342900" algn="l" rtl="0">
              <a:lnSpc>
                <a:spcPct val="90000"/>
              </a:lnSpc>
              <a:spcBef>
                <a:spcPts val="640"/>
              </a:spcBef>
              <a:spcAft>
                <a:spcPts val="0"/>
              </a:spcAft>
              <a:buClr>
                <a:schemeClr val="dk1"/>
              </a:buClr>
              <a:buSzPts val="3200"/>
              <a:buFont typeface="Calibri"/>
              <a:buChar char="•"/>
            </a:pPr>
            <a:r>
              <a:rPr lang="en-US" sz="3000" b="1" i="0" u="none" strike="noStrike" cap="none">
                <a:solidFill>
                  <a:srgbClr val="3F3F3F"/>
                </a:solidFill>
                <a:latin typeface="Calibri"/>
                <a:ea typeface="Calibri"/>
                <a:cs typeface="Calibri"/>
                <a:sym typeface="Calibri"/>
              </a:rPr>
              <a:t>Function Calls</a:t>
            </a:r>
            <a:endParaRPr sz="3000" b="0" i="0" u="none" strike="noStrike" cap="none">
              <a:solidFill>
                <a:srgbClr val="3F3F3F"/>
              </a:solidFill>
              <a:latin typeface="Calibri"/>
              <a:ea typeface="Calibri"/>
              <a:cs typeface="Calibri"/>
              <a:sym typeface="Calibri"/>
            </a:endParaRPr>
          </a:p>
          <a:p>
            <a:pPr marL="342900" marR="0" lvl="0" indent="-139700" algn="l" rtl="0">
              <a:lnSpc>
                <a:spcPct val="90000"/>
              </a:lnSpc>
              <a:spcBef>
                <a:spcPts val="640"/>
              </a:spcBef>
              <a:spcAft>
                <a:spcPts val="0"/>
              </a:spcAft>
              <a:buClr>
                <a:schemeClr val="dk1"/>
              </a:buClr>
              <a:buSzPts val="3200"/>
              <a:buFont typeface="Calibri"/>
              <a:buNone/>
            </a:pPr>
            <a:endParaRPr sz="3000" b="0" i="0" u="none" strike="noStrike" cap="none">
              <a:solidFill>
                <a:srgbClr val="3F3F3F"/>
              </a:solidFill>
              <a:latin typeface="Calibri"/>
              <a:ea typeface="Calibri"/>
              <a:cs typeface="Calibri"/>
              <a:sym typeface="Calibri"/>
            </a:endParaRPr>
          </a:p>
          <a:p>
            <a:pPr marL="342900" marR="0" lvl="0" indent="-139700" algn="l" rtl="0">
              <a:lnSpc>
                <a:spcPct val="90000"/>
              </a:lnSpc>
              <a:spcBef>
                <a:spcPts val="640"/>
              </a:spcBef>
              <a:spcAft>
                <a:spcPts val="0"/>
              </a:spcAft>
              <a:buClr>
                <a:schemeClr val="dk1"/>
              </a:buClr>
              <a:buSzPts val="3200"/>
              <a:buFont typeface="Calibri"/>
              <a:buNone/>
            </a:pPr>
            <a:endParaRPr sz="3000" b="0" i="0" u="none" strike="noStrike" cap="none">
              <a:solidFill>
                <a:srgbClr val="3F3F3F"/>
              </a:solidFill>
              <a:latin typeface="Calibri"/>
              <a:ea typeface="Calibri"/>
              <a:cs typeface="Calibri"/>
              <a:sym typeface="Calibri"/>
            </a:endParaRPr>
          </a:p>
          <a:p>
            <a:pPr marL="342900" marR="0" lvl="0" indent="-139700" algn="l" rtl="0">
              <a:lnSpc>
                <a:spcPct val="90000"/>
              </a:lnSpc>
              <a:spcBef>
                <a:spcPts val="640"/>
              </a:spcBef>
              <a:spcAft>
                <a:spcPts val="0"/>
              </a:spcAft>
              <a:buClr>
                <a:schemeClr val="dk1"/>
              </a:buClr>
              <a:buSzPts val="3200"/>
              <a:buFont typeface="Calibri"/>
              <a:buNone/>
            </a:pPr>
            <a:endParaRPr sz="3000" b="0" i="0" u="none" strike="noStrike" cap="none">
              <a:solidFill>
                <a:srgbClr val="3F3F3F"/>
              </a:solidFill>
              <a:latin typeface="Calibri"/>
              <a:ea typeface="Calibri"/>
              <a:cs typeface="Calibri"/>
              <a:sym typeface="Calibri"/>
            </a:endParaRPr>
          </a:p>
          <a:p>
            <a:pPr marL="457200" marR="0" lvl="0" indent="-228600" algn="l" rtl="0">
              <a:lnSpc>
                <a:spcPct val="90000"/>
              </a:lnSpc>
              <a:spcBef>
                <a:spcPts val="1800"/>
              </a:spcBef>
              <a:spcAft>
                <a:spcPts val="0"/>
              </a:spcAft>
              <a:buClr>
                <a:schemeClr val="accent1"/>
              </a:buClr>
              <a:buSzPts val="1800"/>
              <a:buFont typeface="Calibri"/>
              <a:buNone/>
            </a:pPr>
            <a:endParaRPr sz="3000" b="0" i="0" u="none" strike="noStrike" cap="none">
              <a:solidFill>
                <a:srgbClr val="3F3F3F"/>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0"/>
          <p:cNvSpPr txBox="1">
            <a:spLocks noGrp="1"/>
          </p:cNvSpPr>
          <p:nvPr>
            <p:ph type="title"/>
          </p:nvPr>
        </p:nvSpPr>
        <p:spPr>
          <a:xfrm>
            <a:off x="1720565" y="1232327"/>
            <a:ext cx="15087600" cy="104965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Function Declarations</a:t>
            </a:r>
            <a:endParaRPr b="1"/>
          </a:p>
        </p:txBody>
      </p:sp>
      <p:sp>
        <p:nvSpPr>
          <p:cNvPr id="158" name="Google Shape;158;p10"/>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a:t>                                                                                   </a:t>
            </a:r>
            <a:endParaRPr/>
          </a:p>
        </p:txBody>
      </p:sp>
      <p:sp>
        <p:nvSpPr>
          <p:cNvPr id="159" name="Google Shape;159;p1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7</a:t>
            </a:fld>
            <a:endParaRPr/>
          </a:p>
        </p:txBody>
      </p:sp>
      <p:sp>
        <p:nvSpPr>
          <p:cNvPr id="160" name="Google Shape;160;p10"/>
          <p:cNvSpPr txBox="1"/>
          <p:nvPr/>
        </p:nvSpPr>
        <p:spPr>
          <a:xfrm>
            <a:off x="1798320" y="2921001"/>
            <a:ext cx="15087600" cy="6035040"/>
          </a:xfrm>
          <a:prstGeom prst="rect">
            <a:avLst/>
          </a:prstGeom>
          <a:noFill/>
          <a:ln>
            <a:noFill/>
          </a:ln>
        </p:spPr>
        <p:txBody>
          <a:bodyPr spcFirstLastPara="1" wrap="square" lIns="0" tIns="45700" rIns="0" bIns="45700" anchor="t" anchorCtr="0">
            <a:normAutofit/>
          </a:bodyPr>
          <a:lstStyle/>
          <a:p>
            <a:pPr marL="342900" marR="0" lvl="0" indent="-342900" algn="l" rtl="0">
              <a:lnSpc>
                <a:spcPct val="90000"/>
              </a:lnSpc>
              <a:spcBef>
                <a:spcPts val="0"/>
              </a:spcBef>
              <a:spcAft>
                <a:spcPts val="0"/>
              </a:spcAft>
              <a:buClr>
                <a:schemeClr val="dk1"/>
              </a:buClr>
              <a:buSzPts val="2000"/>
              <a:buFont typeface="Calibri"/>
              <a:buChar char="•"/>
            </a:pPr>
            <a:r>
              <a:rPr lang="en-US" sz="3200" b="0" i="0" u="none" strike="noStrike" cap="none">
                <a:solidFill>
                  <a:srgbClr val="3F3F3F"/>
                </a:solidFill>
                <a:latin typeface="Calibri"/>
                <a:ea typeface="Calibri"/>
                <a:cs typeface="Calibri"/>
                <a:sym typeface="Calibri"/>
              </a:rPr>
              <a:t>In a function declaration, we must provide the </a:t>
            </a:r>
            <a:r>
              <a:rPr lang="en-US" sz="3200" b="1" i="0" u="none" strike="noStrike" cap="none">
                <a:solidFill>
                  <a:srgbClr val="3F3F3F"/>
                </a:solidFill>
                <a:latin typeface="Calibri"/>
                <a:ea typeface="Calibri"/>
                <a:cs typeface="Calibri"/>
                <a:sym typeface="Calibri"/>
              </a:rPr>
              <a:t>function name</a:t>
            </a:r>
            <a:r>
              <a:rPr lang="en-US" sz="3200" b="0" i="0" u="none" strike="noStrike" cap="none">
                <a:solidFill>
                  <a:srgbClr val="3F3F3F"/>
                </a:solidFill>
                <a:latin typeface="Calibri"/>
                <a:ea typeface="Calibri"/>
                <a:cs typeface="Calibri"/>
                <a:sym typeface="Calibri"/>
              </a:rPr>
              <a:t>, its </a:t>
            </a:r>
            <a:r>
              <a:rPr lang="en-US" sz="3200" b="1" i="0" u="none" strike="noStrike" cap="none">
                <a:solidFill>
                  <a:srgbClr val="3F3F3F"/>
                </a:solidFill>
                <a:latin typeface="Calibri"/>
                <a:ea typeface="Calibri"/>
                <a:cs typeface="Calibri"/>
                <a:sym typeface="Calibri"/>
              </a:rPr>
              <a:t>return type</a:t>
            </a:r>
            <a:r>
              <a:rPr lang="en-US" sz="3200" b="0" i="0" u="none" strike="noStrike" cap="none">
                <a:solidFill>
                  <a:srgbClr val="3F3F3F"/>
                </a:solidFill>
                <a:latin typeface="Calibri"/>
                <a:ea typeface="Calibri"/>
                <a:cs typeface="Calibri"/>
                <a:sym typeface="Calibri"/>
              </a:rPr>
              <a:t>, and the </a:t>
            </a:r>
            <a:r>
              <a:rPr lang="en-US" sz="3200" b="1" i="0" u="none" strike="noStrike" cap="none">
                <a:solidFill>
                  <a:srgbClr val="3F3F3F"/>
                </a:solidFill>
                <a:latin typeface="Calibri"/>
                <a:ea typeface="Calibri"/>
                <a:cs typeface="Calibri"/>
                <a:sym typeface="Calibri"/>
              </a:rPr>
              <a:t>number</a:t>
            </a:r>
            <a:r>
              <a:rPr lang="en-US" sz="3200" b="0" i="0" u="none" strike="noStrike" cap="none">
                <a:solidFill>
                  <a:srgbClr val="3F3F3F"/>
                </a:solidFill>
                <a:latin typeface="Calibri"/>
                <a:ea typeface="Calibri"/>
                <a:cs typeface="Calibri"/>
                <a:sym typeface="Calibri"/>
              </a:rPr>
              <a:t> and </a:t>
            </a:r>
            <a:r>
              <a:rPr lang="en-US" sz="3200" b="1" i="0" u="none" strike="noStrike" cap="none">
                <a:solidFill>
                  <a:srgbClr val="3F3F3F"/>
                </a:solidFill>
                <a:latin typeface="Calibri"/>
                <a:ea typeface="Calibri"/>
                <a:cs typeface="Calibri"/>
                <a:sym typeface="Calibri"/>
              </a:rPr>
              <a:t>type of its parameters</a:t>
            </a:r>
            <a:r>
              <a:rPr lang="en-US" sz="3200" b="0" i="0" u="none" strike="noStrike" cap="none">
                <a:solidFill>
                  <a:srgbClr val="3F3F3F"/>
                </a:solidFill>
                <a:latin typeface="Calibri"/>
                <a:ea typeface="Calibri"/>
                <a:cs typeface="Calibri"/>
                <a:sym typeface="Calibri"/>
              </a:rPr>
              <a:t>. A function declaration </a:t>
            </a:r>
            <a:r>
              <a:rPr lang="en-US" sz="3200" b="1" i="0" u="none" strike="noStrike" cap="none">
                <a:solidFill>
                  <a:srgbClr val="3F3F3F"/>
                </a:solidFill>
                <a:latin typeface="Calibri"/>
                <a:ea typeface="Calibri"/>
                <a:cs typeface="Calibri"/>
                <a:sym typeface="Calibri"/>
              </a:rPr>
              <a:t>tells the compiler </a:t>
            </a:r>
            <a:r>
              <a:rPr lang="en-US" sz="3200" b="0" i="0" u="none" strike="noStrike" cap="none">
                <a:solidFill>
                  <a:srgbClr val="3F3F3F"/>
                </a:solidFill>
                <a:latin typeface="Calibri"/>
                <a:ea typeface="Calibri"/>
                <a:cs typeface="Calibri"/>
                <a:sym typeface="Calibri"/>
              </a:rPr>
              <a:t>that there is a function with the given name defined </a:t>
            </a: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400"/>
              </a:spcBef>
              <a:spcAft>
                <a:spcPts val="0"/>
              </a:spcAft>
              <a:buClr>
                <a:schemeClr val="dk1"/>
              </a:buClr>
              <a:buSzPts val="2000"/>
              <a:buFont typeface="Calibri"/>
              <a:buNone/>
            </a:pPr>
            <a:r>
              <a:rPr lang="en-US" sz="3200" b="1" i="0" u="none" strike="noStrike" cap="none">
                <a:solidFill>
                  <a:srgbClr val="3F3F3F"/>
                </a:solidFill>
                <a:latin typeface="Calibri"/>
                <a:ea typeface="Calibri"/>
                <a:cs typeface="Calibri"/>
                <a:sym typeface="Calibri"/>
              </a:rPr>
              <a:t>Syntax</a:t>
            </a: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400"/>
              </a:spcBef>
              <a:spcAft>
                <a:spcPts val="0"/>
              </a:spcAft>
              <a:buClr>
                <a:schemeClr val="dk1"/>
              </a:buClr>
              <a:buSzPts val="2000"/>
              <a:buFont typeface="Calibri"/>
              <a:buNone/>
            </a:pPr>
            <a:endParaRPr sz="3200" b="1" i="0" u="none" strike="noStrike" cap="none">
              <a:solidFill>
                <a:srgbClr val="3F3F3F"/>
              </a:solidFill>
              <a:latin typeface="Calibri"/>
              <a:ea typeface="Calibri"/>
              <a:cs typeface="Calibri"/>
              <a:sym typeface="Calibri"/>
            </a:endParaRPr>
          </a:p>
          <a:p>
            <a:pPr marL="0" marR="0" lvl="0" indent="0" algn="l" rtl="0">
              <a:lnSpc>
                <a:spcPct val="90000"/>
              </a:lnSpc>
              <a:spcBef>
                <a:spcPts val="360"/>
              </a:spcBef>
              <a:spcAft>
                <a:spcPts val="0"/>
              </a:spcAft>
              <a:buClr>
                <a:schemeClr val="dk1"/>
              </a:buClr>
              <a:buSzPts val="1800"/>
              <a:buFont typeface="Calibri"/>
              <a:buNone/>
            </a:pPr>
            <a:r>
              <a:rPr lang="en-US" sz="2800" b="0" i="0" u="none" strike="noStrike" cap="none">
                <a:solidFill>
                  <a:srgbClr val="3F3F3F"/>
                </a:solidFill>
                <a:latin typeface="Calibri"/>
                <a:ea typeface="Calibri"/>
                <a:cs typeface="Calibri"/>
                <a:sym typeface="Calibri"/>
              </a:rPr>
              <a:t> return_type  </a:t>
            </a:r>
            <a:r>
              <a:rPr lang="en-US" sz="2800" b="1" i="0" u="none" strike="noStrike" cap="none">
                <a:solidFill>
                  <a:srgbClr val="3F3F3F"/>
                </a:solidFill>
                <a:latin typeface="Calibri"/>
                <a:ea typeface="Calibri"/>
                <a:cs typeface="Calibri"/>
                <a:sym typeface="Calibri"/>
              </a:rPr>
              <a:t>name_of_the_function </a:t>
            </a:r>
            <a:r>
              <a:rPr lang="en-US" sz="2800" b="0" i="0" u="none" strike="noStrike" cap="none">
                <a:solidFill>
                  <a:srgbClr val="3F3F3F"/>
                </a:solidFill>
                <a:latin typeface="Calibri"/>
                <a:ea typeface="Calibri"/>
                <a:cs typeface="Calibri"/>
                <a:sym typeface="Calibri"/>
              </a:rPr>
              <a:t>(</a:t>
            </a:r>
            <a:r>
              <a:rPr lang="en-US" sz="2800" b="0" i="1" u="none" strike="noStrike" cap="none">
                <a:solidFill>
                  <a:srgbClr val="3F3F3F"/>
                </a:solidFill>
                <a:latin typeface="Calibri"/>
                <a:ea typeface="Calibri"/>
                <a:cs typeface="Calibri"/>
                <a:sym typeface="Calibri"/>
              </a:rPr>
              <a:t>parameter_1</a:t>
            </a:r>
            <a:r>
              <a:rPr lang="en-US" sz="2800" b="0" i="0" u="none" strike="noStrike" cap="none">
                <a:solidFill>
                  <a:srgbClr val="3F3F3F"/>
                </a:solidFill>
                <a:latin typeface="Calibri"/>
                <a:ea typeface="Calibri"/>
                <a:cs typeface="Calibri"/>
                <a:sym typeface="Calibri"/>
              </a:rPr>
              <a:t>, </a:t>
            </a:r>
            <a:r>
              <a:rPr lang="en-US" sz="2800" b="0" i="1" u="none" strike="noStrike" cap="none">
                <a:solidFill>
                  <a:srgbClr val="3F3F3F"/>
                </a:solidFill>
                <a:latin typeface="Calibri"/>
                <a:ea typeface="Calibri"/>
                <a:cs typeface="Calibri"/>
                <a:sym typeface="Calibri"/>
              </a:rPr>
              <a:t>parameter_2</a:t>
            </a:r>
            <a:r>
              <a:rPr lang="en-US" sz="2800" b="0" i="0" u="none" strike="noStrike" cap="none">
                <a:solidFill>
                  <a:srgbClr val="3F3F3F"/>
                </a:solidFill>
                <a:latin typeface="Calibri"/>
                <a:ea typeface="Calibri"/>
                <a:cs typeface="Calibri"/>
                <a:sym typeface="Calibri"/>
              </a:rPr>
              <a:t>);</a:t>
            </a: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360"/>
              </a:spcBef>
              <a:spcAft>
                <a:spcPts val="0"/>
              </a:spcAft>
              <a:buClr>
                <a:schemeClr val="dk1"/>
              </a:buClr>
              <a:buSzPts val="1800"/>
              <a:buFont typeface="Calibri"/>
              <a:buNone/>
            </a:pPr>
            <a:endParaRPr sz="2800" b="0" i="0" u="none" strike="noStrike" cap="none">
              <a:solidFill>
                <a:srgbClr val="3F3F3F"/>
              </a:solidFill>
              <a:latin typeface="Calibri"/>
              <a:ea typeface="Calibri"/>
              <a:cs typeface="Calibri"/>
              <a:sym typeface="Calibri"/>
            </a:endParaRPr>
          </a:p>
          <a:p>
            <a:pPr marL="342900" marR="0" lvl="0" indent="-342900" algn="l" rtl="0">
              <a:lnSpc>
                <a:spcPct val="90000"/>
              </a:lnSpc>
              <a:spcBef>
                <a:spcPts val="400"/>
              </a:spcBef>
              <a:spcAft>
                <a:spcPts val="0"/>
              </a:spcAft>
              <a:buClr>
                <a:schemeClr val="dk1"/>
              </a:buClr>
              <a:buSzPts val="2000"/>
              <a:buFont typeface="Calibri"/>
              <a:buChar char="•"/>
            </a:pPr>
            <a:r>
              <a:rPr lang="en-US" sz="3200" b="0" i="0" u="none" strike="noStrike" cap="none">
                <a:solidFill>
                  <a:srgbClr val="3F3F3F"/>
                </a:solidFill>
                <a:latin typeface="Calibri"/>
                <a:ea typeface="Calibri"/>
                <a:cs typeface="Calibri"/>
                <a:sym typeface="Calibri"/>
              </a:rPr>
              <a:t>The parameter name is not mandatory while declaring functions. We can also declare the function without using the name of the data variables.</a:t>
            </a:r>
            <a:endParaRPr sz="3000" b="0" i="0" u="none" strike="noStrike" cap="none">
              <a:solidFill>
                <a:srgbClr val="3F3F3F"/>
              </a:solidFill>
              <a:latin typeface="Calibri"/>
              <a:ea typeface="Calibri"/>
              <a:cs typeface="Calibri"/>
              <a:sym typeface="Calibri"/>
            </a:endParaRPr>
          </a:p>
          <a:p>
            <a:pPr marL="0" marR="0" lvl="0" indent="0" algn="l" rtl="0">
              <a:lnSpc>
                <a:spcPct val="90000"/>
              </a:lnSpc>
              <a:spcBef>
                <a:spcPts val="400"/>
              </a:spcBef>
              <a:spcAft>
                <a:spcPts val="0"/>
              </a:spcAft>
              <a:buClr>
                <a:schemeClr val="dk1"/>
              </a:buClr>
              <a:buSzPts val="2000"/>
              <a:buFont typeface="Calibri"/>
              <a:buNone/>
            </a:pPr>
            <a:r>
              <a:rPr lang="en-US" sz="3200" b="1" i="0" u="none" strike="noStrike" cap="none">
                <a:solidFill>
                  <a:srgbClr val="3F3F3F"/>
                </a:solidFill>
                <a:latin typeface="Calibri"/>
                <a:ea typeface="Calibri"/>
                <a:cs typeface="Calibri"/>
                <a:sym typeface="Calibri"/>
              </a:rPr>
              <a:t>Example</a:t>
            </a:r>
            <a:endParaRPr sz="3000" b="0" i="0" u="none" strike="noStrike" cap="none">
              <a:solidFill>
                <a:srgbClr val="3F3F3F"/>
              </a:solidFill>
              <a:latin typeface="Calibri"/>
              <a:ea typeface="Calibri"/>
              <a:cs typeface="Calibri"/>
              <a:sym typeface="Calibri"/>
            </a:endParaRPr>
          </a:p>
          <a:p>
            <a:pPr marL="342900" marR="0" lvl="0" indent="-342900" algn="l" rtl="0">
              <a:lnSpc>
                <a:spcPct val="90000"/>
              </a:lnSpc>
              <a:spcBef>
                <a:spcPts val="400"/>
              </a:spcBef>
              <a:spcAft>
                <a:spcPts val="0"/>
              </a:spcAft>
              <a:buClr>
                <a:schemeClr val="dk1"/>
              </a:buClr>
              <a:buSzPts val="2000"/>
              <a:buFont typeface="Calibri"/>
              <a:buChar char="•"/>
            </a:pPr>
            <a:r>
              <a:rPr lang="en-US" sz="3200" b="0" i="0" u="none" strike="noStrike" cap="none">
                <a:solidFill>
                  <a:srgbClr val="3F3F3F"/>
                </a:solidFill>
                <a:latin typeface="Calibri"/>
                <a:ea typeface="Calibri"/>
                <a:cs typeface="Calibri"/>
                <a:sym typeface="Calibri"/>
              </a:rPr>
              <a:t>int </a:t>
            </a:r>
            <a:r>
              <a:rPr lang="en-US" sz="3200" b="1" i="0" u="none" strike="noStrike" cap="none">
                <a:solidFill>
                  <a:srgbClr val="3F3F3F"/>
                </a:solidFill>
                <a:latin typeface="Calibri"/>
                <a:ea typeface="Calibri"/>
                <a:cs typeface="Calibri"/>
                <a:sym typeface="Calibri"/>
              </a:rPr>
              <a:t>sum</a:t>
            </a:r>
            <a:r>
              <a:rPr lang="en-US" sz="3200" b="0" i="0" u="none" strike="noStrike" cap="none">
                <a:solidFill>
                  <a:srgbClr val="3F3F3F"/>
                </a:solidFill>
                <a:latin typeface="Calibri"/>
                <a:ea typeface="Calibri"/>
                <a:cs typeface="Calibri"/>
                <a:sym typeface="Calibri"/>
              </a:rPr>
              <a:t>(int </a:t>
            </a:r>
            <a:r>
              <a:rPr lang="en-US" sz="3200" b="0" i="1" u="none" strike="noStrike" cap="none">
                <a:solidFill>
                  <a:srgbClr val="3F3F3F"/>
                </a:solidFill>
                <a:latin typeface="Calibri"/>
                <a:ea typeface="Calibri"/>
                <a:cs typeface="Calibri"/>
                <a:sym typeface="Calibri"/>
              </a:rPr>
              <a:t>a</a:t>
            </a:r>
            <a:r>
              <a:rPr lang="en-US" sz="3200" b="0" i="0" u="none" strike="noStrike" cap="none">
                <a:solidFill>
                  <a:srgbClr val="3F3F3F"/>
                </a:solidFill>
                <a:latin typeface="Calibri"/>
                <a:ea typeface="Calibri"/>
                <a:cs typeface="Calibri"/>
                <a:sym typeface="Calibri"/>
              </a:rPr>
              <a:t>, int </a:t>
            </a:r>
            <a:r>
              <a:rPr lang="en-US" sz="3200" b="0" i="1" u="none" strike="noStrike" cap="none">
                <a:solidFill>
                  <a:srgbClr val="3F3F3F"/>
                </a:solidFill>
                <a:latin typeface="Calibri"/>
                <a:ea typeface="Calibri"/>
                <a:cs typeface="Calibri"/>
                <a:sym typeface="Calibri"/>
              </a:rPr>
              <a:t>b</a:t>
            </a:r>
            <a:r>
              <a:rPr lang="en-US" sz="3200" b="0" i="0" u="none" strike="noStrike" cap="none">
                <a:solidFill>
                  <a:srgbClr val="3F3F3F"/>
                </a:solidFill>
                <a:latin typeface="Calibri"/>
                <a:ea typeface="Calibri"/>
                <a:cs typeface="Calibri"/>
                <a:sym typeface="Calibri"/>
              </a:rPr>
              <a:t>); </a:t>
            </a:r>
            <a:endParaRPr sz="3000" b="0" i="0" u="none" strike="noStrike" cap="none">
              <a:solidFill>
                <a:srgbClr val="3F3F3F"/>
              </a:solidFill>
              <a:latin typeface="Calibri"/>
              <a:ea typeface="Calibri"/>
              <a:cs typeface="Calibri"/>
              <a:sym typeface="Calibri"/>
            </a:endParaRPr>
          </a:p>
          <a:p>
            <a:pPr marL="342900" marR="0" lvl="0" indent="-342900" algn="l" rtl="0">
              <a:lnSpc>
                <a:spcPct val="90000"/>
              </a:lnSpc>
              <a:spcBef>
                <a:spcPts val="400"/>
              </a:spcBef>
              <a:spcAft>
                <a:spcPts val="0"/>
              </a:spcAft>
              <a:buClr>
                <a:schemeClr val="dk1"/>
              </a:buClr>
              <a:buSzPts val="2000"/>
              <a:buFont typeface="Calibri"/>
              <a:buChar char="•"/>
            </a:pPr>
            <a:r>
              <a:rPr lang="en-US" sz="3200" b="0" i="0" u="none" strike="noStrike" cap="none">
                <a:solidFill>
                  <a:srgbClr val="3F3F3F"/>
                </a:solidFill>
                <a:latin typeface="Calibri"/>
                <a:ea typeface="Calibri"/>
                <a:cs typeface="Calibri"/>
                <a:sym typeface="Calibri"/>
              </a:rPr>
              <a:t>int </a:t>
            </a:r>
            <a:r>
              <a:rPr lang="en-US" sz="3200" b="1" i="0" u="none" strike="noStrike" cap="none">
                <a:solidFill>
                  <a:srgbClr val="3F3F3F"/>
                </a:solidFill>
                <a:latin typeface="Calibri"/>
                <a:ea typeface="Calibri"/>
                <a:cs typeface="Calibri"/>
                <a:sym typeface="Calibri"/>
              </a:rPr>
              <a:t>sum</a:t>
            </a:r>
            <a:r>
              <a:rPr lang="en-US" sz="3200" b="0" i="0" u="none" strike="noStrike" cap="none">
                <a:solidFill>
                  <a:srgbClr val="3F3F3F"/>
                </a:solidFill>
                <a:latin typeface="Calibri"/>
                <a:ea typeface="Calibri"/>
                <a:cs typeface="Calibri"/>
                <a:sym typeface="Calibri"/>
              </a:rPr>
              <a:t>(int , int);</a:t>
            </a:r>
            <a:endParaRPr sz="3000" b="0" i="0" u="none" strike="noStrike" cap="none">
              <a:solidFill>
                <a:srgbClr val="3F3F3F"/>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5"/>
          <p:cNvSpPr txBox="1">
            <a:spLocks noGrp="1"/>
          </p:cNvSpPr>
          <p:nvPr>
            <p:ph type="title"/>
          </p:nvPr>
        </p:nvSpPr>
        <p:spPr>
          <a:xfrm>
            <a:off x="1720565" y="1232327"/>
            <a:ext cx="15087600" cy="104965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Function Definition</a:t>
            </a:r>
            <a:endParaRPr b="1"/>
          </a:p>
        </p:txBody>
      </p:sp>
      <p:sp>
        <p:nvSpPr>
          <p:cNvPr id="166" name="Google Shape;166;p45"/>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a:t>                                                                                   </a:t>
            </a:r>
            <a:endParaRPr/>
          </a:p>
        </p:txBody>
      </p:sp>
      <p:sp>
        <p:nvSpPr>
          <p:cNvPr id="167" name="Google Shape;167;p4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8</a:t>
            </a:fld>
            <a:endParaRPr/>
          </a:p>
        </p:txBody>
      </p:sp>
      <p:sp>
        <p:nvSpPr>
          <p:cNvPr id="168" name="Google Shape;168;p45"/>
          <p:cNvSpPr txBox="1"/>
          <p:nvPr/>
        </p:nvSpPr>
        <p:spPr>
          <a:xfrm>
            <a:off x="1798320" y="2952268"/>
            <a:ext cx="15087600" cy="6035100"/>
          </a:xfrm>
          <a:prstGeom prst="rect">
            <a:avLst/>
          </a:prstGeom>
          <a:noFill/>
          <a:ln>
            <a:noFill/>
          </a:ln>
        </p:spPr>
        <p:txBody>
          <a:bodyPr spcFirstLastPara="1" wrap="square" lIns="0" tIns="45700" rIns="0" bIns="45700" anchor="t" anchorCtr="0">
            <a:normAutofit/>
          </a:bodyPr>
          <a:lstStyle/>
          <a:p>
            <a:pPr marL="342900" marR="0" lvl="0" indent="-342900" algn="l" rtl="0">
              <a:lnSpc>
                <a:spcPct val="90000"/>
              </a:lnSpc>
              <a:spcBef>
                <a:spcPts val="0"/>
              </a:spcBef>
              <a:spcAft>
                <a:spcPts val="0"/>
              </a:spcAft>
              <a:buClr>
                <a:schemeClr val="dk1"/>
              </a:buClr>
              <a:buSzPts val="2400"/>
              <a:buFont typeface="Calibri"/>
              <a:buChar char="•"/>
            </a:pPr>
            <a:r>
              <a:rPr lang="en-US" sz="3200" b="0" i="0" u="none" strike="noStrike" cap="none">
                <a:solidFill>
                  <a:srgbClr val="3F3F3F"/>
                </a:solidFill>
                <a:latin typeface="Calibri"/>
                <a:ea typeface="Calibri"/>
                <a:cs typeface="Calibri"/>
                <a:sym typeface="Calibri"/>
              </a:rPr>
              <a:t>The function definition consists of actual statements which are executed when the function is called (i.e. when the program control comes to the function).</a:t>
            </a:r>
            <a:endParaRPr sz="3600" b="0" i="0" u="none" strike="noStrike" cap="none">
              <a:solidFill>
                <a:srgbClr val="3F3F3F"/>
              </a:solidFill>
              <a:latin typeface="Calibri"/>
              <a:ea typeface="Calibri"/>
              <a:cs typeface="Calibri"/>
              <a:sym typeface="Calibri"/>
            </a:endParaRPr>
          </a:p>
          <a:p>
            <a:pPr marL="342900" marR="0" lvl="0" indent="-190500" algn="l" rtl="0">
              <a:lnSpc>
                <a:spcPct val="90000"/>
              </a:lnSpc>
              <a:spcBef>
                <a:spcPts val="480"/>
              </a:spcBef>
              <a:spcAft>
                <a:spcPts val="0"/>
              </a:spcAft>
              <a:buClr>
                <a:schemeClr val="dk1"/>
              </a:buClr>
              <a:buSzPts val="2400"/>
              <a:buFont typeface="Calibri"/>
              <a:buNone/>
            </a:pPr>
            <a:endParaRPr sz="3200" b="0" i="0" u="none" strike="noStrike" cap="none">
              <a:solidFill>
                <a:srgbClr val="3F3F3F"/>
              </a:solidFill>
              <a:latin typeface="Calibri"/>
              <a:ea typeface="Calibri"/>
              <a:cs typeface="Calibri"/>
              <a:sym typeface="Calibri"/>
            </a:endParaRPr>
          </a:p>
        </p:txBody>
      </p:sp>
      <p:pic>
        <p:nvPicPr>
          <p:cNvPr id="169" name="Google Shape;169;p45"/>
          <p:cNvPicPr preferRelativeResize="0"/>
          <p:nvPr/>
        </p:nvPicPr>
        <p:blipFill rotWithShape="1">
          <a:blip r:embed="rId3">
            <a:alphaModFix/>
          </a:blip>
          <a:srcRect/>
          <a:stretch/>
        </p:blipFill>
        <p:spPr>
          <a:xfrm>
            <a:off x="1976224" y="3883150"/>
            <a:ext cx="11503802" cy="2520699"/>
          </a:xfrm>
          <a:prstGeom prst="rect">
            <a:avLst/>
          </a:prstGeom>
          <a:noFill/>
          <a:ln>
            <a:noFill/>
          </a:ln>
        </p:spPr>
      </p:pic>
      <p:pic>
        <p:nvPicPr>
          <p:cNvPr id="170" name="Google Shape;170;p45" descr="Function Defination in C"/>
          <p:cNvPicPr preferRelativeResize="0"/>
          <p:nvPr/>
        </p:nvPicPr>
        <p:blipFill rotWithShape="1">
          <a:blip r:embed="rId4">
            <a:alphaModFix/>
          </a:blip>
          <a:srcRect/>
          <a:stretch/>
        </p:blipFill>
        <p:spPr>
          <a:xfrm>
            <a:off x="6896422" y="4648037"/>
            <a:ext cx="9415354" cy="44604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6"/>
          <p:cNvSpPr txBox="1">
            <a:spLocks noGrp="1"/>
          </p:cNvSpPr>
          <p:nvPr>
            <p:ph type="title"/>
          </p:nvPr>
        </p:nvSpPr>
        <p:spPr>
          <a:xfrm>
            <a:off x="1720565" y="1232327"/>
            <a:ext cx="15087600" cy="104965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a:t>C Function Declaration and Definition</a:t>
            </a:r>
            <a:endParaRPr b="1"/>
          </a:p>
        </p:txBody>
      </p:sp>
      <p:sp>
        <p:nvSpPr>
          <p:cNvPr id="176" name="Google Shape;176;p46"/>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a:t>                                                                                   </a:t>
            </a:r>
            <a:endParaRPr/>
          </a:p>
        </p:txBody>
      </p:sp>
      <p:sp>
        <p:nvSpPr>
          <p:cNvPr id="177" name="Google Shape;177;p46"/>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9</a:t>
            </a:fld>
            <a:endParaRPr/>
          </a:p>
        </p:txBody>
      </p:sp>
      <p:sp>
        <p:nvSpPr>
          <p:cNvPr id="178" name="Google Shape;178;p46"/>
          <p:cNvSpPr txBox="1"/>
          <p:nvPr/>
        </p:nvSpPr>
        <p:spPr>
          <a:xfrm>
            <a:off x="1798320" y="2921001"/>
            <a:ext cx="15087600" cy="6035040"/>
          </a:xfrm>
          <a:prstGeom prst="rect">
            <a:avLst/>
          </a:prstGeom>
          <a:noFill/>
          <a:ln>
            <a:noFill/>
          </a:ln>
        </p:spPr>
        <p:txBody>
          <a:bodyPr spcFirstLastPara="1" wrap="square" lIns="0" tIns="45700" rIns="0" bIns="45700" anchor="t" anchorCtr="0">
            <a:normAutofit fontScale="77500" lnSpcReduction="20000"/>
          </a:bodyPr>
          <a:lstStyle/>
          <a:p>
            <a:pPr marL="171450" marR="0" lvl="0" indent="-171450" algn="l" rtl="0">
              <a:lnSpc>
                <a:spcPct val="150000"/>
              </a:lnSpc>
              <a:spcBef>
                <a:spcPts val="0"/>
              </a:spcBef>
              <a:spcAft>
                <a:spcPts val="0"/>
              </a:spcAft>
              <a:buClr>
                <a:srgbClr val="000000"/>
              </a:buClr>
              <a:buSzPct val="56451"/>
              <a:buFont typeface="Noto Sans Symbols"/>
              <a:buChar char="⮚"/>
            </a:pPr>
            <a:r>
              <a:rPr lang="en-US" sz="3200" b="0" i="0" u="none" strike="noStrike" cap="none">
                <a:solidFill>
                  <a:srgbClr val="000000"/>
                </a:solidFill>
                <a:latin typeface="Verdana"/>
                <a:ea typeface="Verdana"/>
                <a:cs typeface="Verdana"/>
                <a:sym typeface="Verdana"/>
              </a:rPr>
              <a:t>A function consist of two parts: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Declaration: the function's name, return type, and parameters (if any)</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Definition: the body of the function (code to be executed)</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void myFunction() { // declaration</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 the body of the function (definition)</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a:t>
            </a:r>
            <a:endParaRPr sz="1400" b="0" i="0" u="none" strike="noStrike" cap="none">
              <a:solidFill>
                <a:srgbClr val="000000"/>
              </a:solidFill>
              <a:latin typeface="Arial"/>
              <a:ea typeface="Arial"/>
              <a:cs typeface="Arial"/>
              <a:sym typeface="Arial"/>
            </a:endParaRPr>
          </a:p>
          <a:p>
            <a:pPr marL="171450" marR="0" lvl="0" indent="-171450" algn="l" rtl="0">
              <a:lnSpc>
                <a:spcPct val="150000"/>
              </a:lnSpc>
              <a:spcBef>
                <a:spcPts val="0"/>
              </a:spcBef>
              <a:spcAft>
                <a:spcPts val="0"/>
              </a:spcAft>
              <a:buClr>
                <a:srgbClr val="000000"/>
              </a:buClr>
              <a:buSzPct val="56451"/>
              <a:buFont typeface="Noto Sans Symbols"/>
              <a:buChar char="⮚"/>
            </a:pPr>
            <a:r>
              <a:rPr lang="en-US" sz="3200" b="0" i="0" u="none" strike="noStrike" cap="none">
                <a:solidFill>
                  <a:srgbClr val="000000"/>
                </a:solidFill>
                <a:latin typeface="Verdana"/>
                <a:ea typeface="Verdana"/>
                <a:cs typeface="Verdana"/>
                <a:sym typeface="Verdana"/>
              </a:rPr>
              <a:t>For code optimization, it is recommended to separate the declaration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ct val="56451"/>
              <a:buFont typeface="Calibri"/>
              <a:buNone/>
            </a:pPr>
            <a:r>
              <a:rPr lang="en-US" sz="3200" b="0" i="0" u="none" strike="noStrike" cap="none">
                <a:solidFill>
                  <a:srgbClr val="000000"/>
                </a:solidFill>
                <a:latin typeface="Verdana"/>
                <a:ea typeface="Verdana"/>
                <a:cs typeface="Verdana"/>
                <a:sym typeface="Verdana"/>
              </a:rPr>
              <a:t>And the definition of the function.</a:t>
            </a:r>
            <a:endParaRPr sz="1400" b="0" i="0" u="none" strike="noStrike" cap="none">
              <a:solidFill>
                <a:schemeClr val="dk1"/>
              </a:solidFill>
              <a:latin typeface="Arial"/>
              <a:ea typeface="Arial"/>
              <a:cs typeface="Arial"/>
              <a:sym typeface="Arial"/>
            </a:endParaRPr>
          </a:p>
          <a:p>
            <a:pPr marL="171450" marR="0" lvl="0" indent="-171450" algn="l" rtl="0">
              <a:lnSpc>
                <a:spcPct val="150000"/>
              </a:lnSpc>
              <a:spcBef>
                <a:spcPts val="0"/>
              </a:spcBef>
              <a:spcAft>
                <a:spcPts val="0"/>
              </a:spcAft>
              <a:buClr>
                <a:srgbClr val="000000"/>
              </a:buClr>
              <a:buSzPct val="56451"/>
              <a:buFont typeface="Noto Sans Symbols"/>
              <a:buChar char="⮚"/>
            </a:pPr>
            <a:r>
              <a:rPr lang="en-US" sz="3200" b="0" i="0" u="none" strike="noStrike" cap="none">
                <a:solidFill>
                  <a:srgbClr val="000000"/>
                </a:solidFill>
                <a:latin typeface="Verdana"/>
                <a:ea typeface="Verdana"/>
                <a:cs typeface="Verdana"/>
                <a:sym typeface="Verdana"/>
              </a:rPr>
              <a:t>You will often see C programs that have function declaration above </a:t>
            </a:r>
            <a:r>
              <a:rPr lang="en-US" sz="3200" b="0" i="0" u="none" strike="noStrike" cap="none">
                <a:solidFill>
                  <a:srgbClr val="DC143C"/>
                </a:solidFill>
                <a:latin typeface="Consolas"/>
                <a:ea typeface="Consolas"/>
                <a:cs typeface="Consolas"/>
                <a:sym typeface="Consolas"/>
              </a:rPr>
              <a:t>main()</a:t>
            </a:r>
            <a:r>
              <a:rPr lang="en-US" sz="3200" b="0" i="0" u="none" strike="noStrike" cap="none">
                <a:solidFill>
                  <a:srgbClr val="000000"/>
                </a:solidFill>
                <a:latin typeface="Verdana"/>
                <a:ea typeface="Verdana"/>
                <a:cs typeface="Verdana"/>
                <a:sym typeface="Verdana"/>
              </a:rPr>
              <a:t>, and function </a:t>
            </a:r>
            <a:endParaRPr sz="1600" b="0" i="0" u="none" strike="noStrike" cap="none">
              <a:solidFill>
                <a:srgbClr val="3F3F3F"/>
              </a:solidFill>
              <a:latin typeface="Calibri"/>
              <a:ea typeface="Calibri"/>
              <a:cs typeface="Calibri"/>
              <a:sym typeface="Calibri"/>
            </a:endParaRPr>
          </a:p>
          <a:p>
            <a:pPr marL="0" marR="0" lvl="0" indent="0" algn="l" rtl="0">
              <a:lnSpc>
                <a:spcPct val="150000"/>
              </a:lnSpc>
              <a:spcBef>
                <a:spcPts val="0"/>
              </a:spcBef>
              <a:spcAft>
                <a:spcPts val="0"/>
              </a:spcAft>
              <a:buClr>
                <a:schemeClr val="accent1"/>
              </a:buClr>
              <a:buSzPct val="72580"/>
              <a:buFont typeface="Calibri"/>
              <a:buNone/>
            </a:pPr>
            <a:r>
              <a:rPr lang="en-US" sz="3200" b="0" i="0" u="none" strike="noStrike" cap="none">
                <a:solidFill>
                  <a:srgbClr val="000000"/>
                </a:solidFill>
                <a:latin typeface="Verdana"/>
                <a:ea typeface="Verdana"/>
                <a:cs typeface="Verdana"/>
                <a:sym typeface="Verdana"/>
              </a:rPr>
              <a:t>   definition below </a:t>
            </a:r>
            <a:r>
              <a:rPr lang="en-US" sz="3200" b="0" i="0" u="none" strike="noStrike" cap="none">
                <a:solidFill>
                  <a:srgbClr val="DC143C"/>
                </a:solidFill>
                <a:latin typeface="Consolas"/>
                <a:ea typeface="Consolas"/>
                <a:cs typeface="Consolas"/>
                <a:sym typeface="Consolas"/>
              </a:rPr>
              <a:t>main()</a:t>
            </a:r>
            <a:r>
              <a:rPr lang="en-US" sz="3200" b="0" i="0" u="none" strike="noStrike" cap="none">
                <a:solidFill>
                  <a:srgbClr val="000000"/>
                </a:solidFill>
                <a:latin typeface="Verdana"/>
                <a:ea typeface="Verdana"/>
                <a:cs typeface="Verdana"/>
                <a:sym typeface="Verdana"/>
              </a:rPr>
              <a:t>.</a:t>
            </a:r>
            <a:endParaRPr sz="1600" b="0" i="0" u="none" strike="noStrike" cap="none">
              <a:solidFill>
                <a:srgbClr val="3F3F3F"/>
              </a:solidFill>
              <a:latin typeface="Calibri"/>
              <a:ea typeface="Calibri"/>
              <a:cs typeface="Calibri"/>
              <a:sym typeface="Calibri"/>
            </a:endParaRPr>
          </a:p>
          <a:p>
            <a:pPr marL="171450" marR="0" lvl="0" indent="-171450" algn="l" rtl="0">
              <a:lnSpc>
                <a:spcPct val="150000"/>
              </a:lnSpc>
              <a:spcBef>
                <a:spcPts val="0"/>
              </a:spcBef>
              <a:spcAft>
                <a:spcPts val="0"/>
              </a:spcAft>
              <a:buClr>
                <a:srgbClr val="000000"/>
              </a:buClr>
              <a:buSzPct val="56451"/>
              <a:buFont typeface="Noto Sans Symbols"/>
              <a:buChar char="⮚"/>
            </a:pPr>
            <a:r>
              <a:rPr lang="en-US" sz="3200" b="0" i="0" u="none" strike="noStrike" cap="none">
                <a:solidFill>
                  <a:srgbClr val="000000"/>
                </a:solidFill>
                <a:latin typeface="Verdana"/>
                <a:ea typeface="Verdana"/>
                <a:cs typeface="Verdana"/>
                <a:sym typeface="Verdana"/>
              </a:rPr>
              <a:t> This will make the code better organized and easier to read:</a:t>
            </a:r>
            <a:endParaRPr sz="4800" b="0" i="0" u="none" strike="noStrike" cap="non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8"/>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Programming example:</a:t>
            </a:r>
            <a:endParaRPr b="1"/>
          </a:p>
        </p:txBody>
      </p:sp>
      <p:sp>
        <p:nvSpPr>
          <p:cNvPr id="184" name="Google Shape;184;p8"/>
          <p:cNvSpPr txBox="1">
            <a:spLocks noGrp="1"/>
          </p:cNvSpPr>
          <p:nvPr>
            <p:ph type="body" idx="1"/>
          </p:nvPr>
        </p:nvSpPr>
        <p:spPr>
          <a:xfrm>
            <a:off x="391886" y="2768601"/>
            <a:ext cx="6811347" cy="6035040"/>
          </a:xfrm>
          <a:prstGeom prst="rect">
            <a:avLst/>
          </a:prstGeom>
          <a:noFill/>
          <a:ln>
            <a:noFill/>
          </a:ln>
        </p:spPr>
        <p:txBody>
          <a:bodyPr spcFirstLastPara="1" wrap="square" lIns="0" tIns="45700" rIns="0" bIns="45700" anchor="t" anchorCtr="0">
            <a:noAutofit/>
          </a:bodyPr>
          <a:lstStyle/>
          <a:p>
            <a:pPr marL="457200" lvl="0" indent="-342900" algn="ctr" rtl="0">
              <a:lnSpc>
                <a:spcPct val="90000"/>
              </a:lnSpc>
              <a:spcBef>
                <a:spcPts val="1800"/>
              </a:spcBef>
              <a:spcAft>
                <a:spcPts val="0"/>
              </a:spcAft>
              <a:buSzPts val="1800"/>
              <a:buChar char=" "/>
            </a:pPr>
            <a:r>
              <a:rPr lang="en-US" sz="3200" b="1"/>
              <a:t>CODE</a:t>
            </a:r>
            <a:endParaRPr sz="3200" b="1"/>
          </a:p>
        </p:txBody>
      </p:sp>
      <p:sp>
        <p:nvSpPr>
          <p:cNvPr id="185" name="Google Shape;185;p8"/>
          <p:cNvSpPr txBox="1">
            <a:spLocks noGrp="1"/>
          </p:cNvSpPr>
          <p:nvPr>
            <p:ph type="body" idx="2"/>
          </p:nvPr>
        </p:nvSpPr>
        <p:spPr>
          <a:xfrm>
            <a:off x="7781731" y="2768603"/>
            <a:ext cx="10039738" cy="6035040"/>
          </a:xfrm>
          <a:prstGeom prst="rect">
            <a:avLst/>
          </a:prstGeom>
          <a:noFill/>
          <a:ln>
            <a:noFill/>
          </a:ln>
        </p:spPr>
        <p:txBody>
          <a:bodyPr spcFirstLastPara="1" wrap="square" lIns="0" tIns="45700" rIns="0" bIns="45700" anchor="t" anchorCtr="0">
            <a:normAutofit/>
          </a:bodyPr>
          <a:lstStyle/>
          <a:p>
            <a:pPr marL="457200" lvl="0" indent="-342900" algn="ctr" rtl="0">
              <a:lnSpc>
                <a:spcPct val="90000"/>
              </a:lnSpc>
              <a:spcBef>
                <a:spcPts val="1800"/>
              </a:spcBef>
              <a:spcAft>
                <a:spcPts val="0"/>
              </a:spcAft>
              <a:buSzPts val="1800"/>
              <a:buChar char=" "/>
            </a:pPr>
            <a:r>
              <a:rPr lang="en-US" sz="3500" b="1"/>
              <a:t>OUTPUT</a:t>
            </a:r>
            <a:endParaRPr sz="3200" b="1">
              <a:solidFill>
                <a:srgbClr val="002060"/>
              </a:solidFill>
            </a:endParaRPr>
          </a:p>
        </p:txBody>
      </p:sp>
      <p:sp>
        <p:nvSpPr>
          <p:cNvPr id="186" name="Google Shape;186;p8"/>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10</a:t>
            </a:fld>
            <a:endParaRPr/>
          </a:p>
        </p:txBody>
      </p:sp>
      <p:pic>
        <p:nvPicPr>
          <p:cNvPr id="187" name="Google Shape;187;p8"/>
          <p:cNvPicPr preferRelativeResize="0"/>
          <p:nvPr/>
        </p:nvPicPr>
        <p:blipFill rotWithShape="1">
          <a:blip r:embed="rId3">
            <a:alphaModFix/>
          </a:blip>
          <a:srcRect/>
          <a:stretch/>
        </p:blipFill>
        <p:spPr>
          <a:xfrm>
            <a:off x="1329391" y="3386478"/>
            <a:ext cx="7814609" cy="6035039"/>
          </a:xfrm>
          <a:prstGeom prst="rect">
            <a:avLst/>
          </a:prstGeom>
          <a:noFill/>
          <a:ln>
            <a:noFill/>
          </a:ln>
        </p:spPr>
      </p:pic>
      <p:pic>
        <p:nvPicPr>
          <p:cNvPr id="188" name="Google Shape;188;p8"/>
          <p:cNvPicPr preferRelativeResize="0"/>
          <p:nvPr/>
        </p:nvPicPr>
        <p:blipFill rotWithShape="1">
          <a:blip r:embed="rId3">
            <a:alphaModFix/>
          </a:blip>
          <a:srcRect l="31097" t="84121" r="19266" b="6803"/>
          <a:stretch/>
        </p:blipFill>
        <p:spPr>
          <a:xfrm>
            <a:off x="11120284" y="3746091"/>
            <a:ext cx="3878826" cy="54768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5"/>
          <p:cNvSpPr txBox="1">
            <a:spLocks noGrp="1"/>
          </p:cNvSpPr>
          <p:nvPr>
            <p:ph type="title"/>
          </p:nvPr>
        </p:nvSpPr>
        <p:spPr>
          <a:xfrm>
            <a:off x="1757887" y="1250989"/>
            <a:ext cx="15087600" cy="113474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Function Call</a:t>
            </a:r>
            <a:endParaRPr b="1"/>
          </a:p>
        </p:txBody>
      </p:sp>
      <p:sp>
        <p:nvSpPr>
          <p:cNvPr id="204" name="Google Shape;204;p15"/>
          <p:cNvSpPr txBox="1">
            <a:spLocks noGrp="1"/>
          </p:cNvSpPr>
          <p:nvPr>
            <p:ph type="body" idx="1"/>
          </p:nvPr>
        </p:nvSpPr>
        <p:spPr>
          <a:xfrm>
            <a:off x="1645920" y="2631233"/>
            <a:ext cx="14651048" cy="1262342"/>
          </a:xfrm>
          <a:prstGeom prst="rect">
            <a:avLst/>
          </a:prstGeom>
          <a:noFill/>
          <a:ln>
            <a:noFill/>
          </a:ln>
        </p:spPr>
        <p:txBody>
          <a:bodyPr spcFirstLastPara="1" wrap="square" lIns="0" tIns="45700" rIns="0" bIns="45700" anchor="t" anchorCtr="0">
            <a:normAutofit fontScale="80000" lnSpcReduction="10000"/>
          </a:bodyPr>
          <a:lstStyle/>
          <a:p>
            <a:pPr marL="114300" lvl="0" indent="0" algn="just" rtl="0">
              <a:lnSpc>
                <a:spcPct val="90000"/>
              </a:lnSpc>
              <a:spcBef>
                <a:spcPts val="1800"/>
              </a:spcBef>
              <a:spcAft>
                <a:spcPts val="0"/>
              </a:spcAft>
              <a:buSzPct val="46875"/>
              <a:buNone/>
            </a:pPr>
            <a:r>
              <a:rPr lang="en-US" sz="4800"/>
              <a:t>A function call is a statement that instructs the compiler to execute the function. We use the function name and parameters in the function call.</a:t>
            </a:r>
            <a:endParaRPr/>
          </a:p>
          <a:p>
            <a:pPr marL="114300" lvl="0" indent="0" algn="just" rtl="0">
              <a:lnSpc>
                <a:spcPct val="90000"/>
              </a:lnSpc>
              <a:spcBef>
                <a:spcPts val="1800"/>
              </a:spcBef>
              <a:spcAft>
                <a:spcPts val="0"/>
              </a:spcAft>
              <a:buSzPct val="46875"/>
              <a:buNone/>
            </a:pPr>
            <a:endParaRPr sz="4800">
              <a:latin typeface="Times New Roman"/>
              <a:ea typeface="Times New Roman"/>
              <a:cs typeface="Times New Roman"/>
              <a:sym typeface="Times New Roman"/>
            </a:endParaRPr>
          </a:p>
        </p:txBody>
      </p:sp>
      <p:sp>
        <p:nvSpPr>
          <p:cNvPr id="205" name="Google Shape;205;p1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11</a:t>
            </a:fld>
            <a:endParaRPr/>
          </a:p>
        </p:txBody>
      </p:sp>
      <p:pic>
        <p:nvPicPr>
          <p:cNvPr id="206" name="Google Shape;206;p15"/>
          <p:cNvPicPr preferRelativeResize="0"/>
          <p:nvPr/>
        </p:nvPicPr>
        <p:blipFill rotWithShape="1">
          <a:blip r:embed="rId3">
            <a:alphaModFix/>
          </a:blip>
          <a:srcRect/>
          <a:stretch/>
        </p:blipFill>
        <p:spPr>
          <a:xfrm>
            <a:off x="993398" y="3978738"/>
            <a:ext cx="11306757" cy="5474977"/>
          </a:xfrm>
          <a:prstGeom prst="rect">
            <a:avLst/>
          </a:prstGeom>
          <a:noFill/>
          <a:ln>
            <a:noFill/>
          </a:ln>
        </p:spPr>
      </p:pic>
      <p:sp>
        <p:nvSpPr>
          <p:cNvPr id="207" name="Google Shape;207;p15"/>
          <p:cNvSpPr/>
          <p:nvPr/>
        </p:nvSpPr>
        <p:spPr>
          <a:xfrm>
            <a:off x="1645920" y="9591035"/>
            <a:ext cx="14090609"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1" u="none" strike="noStrike" cap="none">
                <a:solidFill>
                  <a:schemeClr val="dk1"/>
                </a:solidFill>
                <a:latin typeface="Calibri"/>
                <a:ea typeface="Calibri"/>
                <a:cs typeface="Calibri"/>
                <a:sym typeface="Calibri"/>
              </a:rPr>
              <a:t>Note:</a:t>
            </a:r>
            <a:r>
              <a:rPr lang="en-US" sz="1800" b="0" i="1" u="none" strike="noStrike" cap="none">
                <a:solidFill>
                  <a:schemeClr val="dk1"/>
                </a:solidFill>
                <a:latin typeface="Calibri"/>
                <a:ea typeface="Calibri"/>
                <a:cs typeface="Calibri"/>
                <a:sym typeface="Calibri"/>
              </a:rPr>
              <a:t> Function call is necessary to bring the program control to the function definition. If not called, the function statements will not be executed.</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48"/>
          <p:cNvSpPr txBox="1">
            <a:spLocks noGrp="1"/>
          </p:cNvSpPr>
          <p:nvPr>
            <p:ph type="title"/>
          </p:nvPr>
        </p:nvSpPr>
        <p:spPr>
          <a:xfrm>
            <a:off x="1757887" y="701749"/>
            <a:ext cx="15087600" cy="978195"/>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ts val="8000"/>
              <a:buFont typeface="Calibri"/>
              <a:buNone/>
            </a:pPr>
            <a:r>
              <a:rPr lang="en-US" dirty="0"/>
              <a:t>Create a Function</a:t>
            </a:r>
            <a:endParaRPr b="1"/>
          </a:p>
        </p:txBody>
      </p:sp>
      <p:sp>
        <p:nvSpPr>
          <p:cNvPr id="213" name="Google Shape;213;p48"/>
          <p:cNvSpPr txBox="1">
            <a:spLocks noGrp="1"/>
          </p:cNvSpPr>
          <p:nvPr>
            <p:ph type="body" idx="1"/>
          </p:nvPr>
        </p:nvSpPr>
        <p:spPr>
          <a:xfrm>
            <a:off x="1645925" y="2105248"/>
            <a:ext cx="14651100" cy="7549116"/>
          </a:xfrm>
          <a:prstGeom prst="rect">
            <a:avLst/>
          </a:prstGeom>
          <a:noFill/>
          <a:ln>
            <a:noFill/>
          </a:ln>
        </p:spPr>
        <p:txBody>
          <a:bodyPr spcFirstLastPara="1" wrap="square" lIns="0" tIns="45700" rIns="0" bIns="45700" anchor="t" anchorCtr="0">
            <a:normAutofit fontScale="92500" lnSpcReduction="20000"/>
          </a:bodyPr>
          <a:lstStyle/>
          <a:p>
            <a:pPr marL="342900" lvl="0" indent="-388620" algn="l" rtl="0">
              <a:lnSpc>
                <a:spcPct val="90000"/>
              </a:lnSpc>
              <a:spcBef>
                <a:spcPts val="0"/>
              </a:spcBef>
              <a:spcAft>
                <a:spcPts val="0"/>
              </a:spcAft>
              <a:buClr>
                <a:schemeClr val="dk1"/>
              </a:buClr>
              <a:buSzPct val="100000"/>
              <a:buChar char="•"/>
            </a:pPr>
            <a:r>
              <a:rPr lang="en-US" sz="4800" dirty="0"/>
              <a:t>To create (often referred to as </a:t>
            </a:r>
            <a:r>
              <a:rPr lang="en-US" sz="4800" i="1" dirty="0"/>
              <a:t>declare</a:t>
            </a:r>
            <a:r>
              <a:rPr lang="en-US" sz="4800" dirty="0"/>
              <a:t>) your own function, specify the name of the function, followed by parentheses () and curly brackets {}:</a:t>
            </a:r>
            <a:endParaRPr/>
          </a:p>
          <a:p>
            <a:pPr marL="342900" lvl="0" indent="-185420" algn="l" rtl="0">
              <a:lnSpc>
                <a:spcPct val="90000"/>
              </a:lnSpc>
              <a:spcBef>
                <a:spcPts val="496"/>
              </a:spcBef>
              <a:spcAft>
                <a:spcPts val="0"/>
              </a:spcAft>
              <a:buClr>
                <a:schemeClr val="dk1"/>
              </a:buClr>
              <a:buSzPct val="100000"/>
              <a:buNone/>
            </a:pPr>
            <a:endParaRPr sz="4800"/>
          </a:p>
          <a:p>
            <a:pPr marL="342900" lvl="0" indent="-185420" algn="l" rtl="0">
              <a:lnSpc>
                <a:spcPct val="90000"/>
              </a:lnSpc>
              <a:spcBef>
                <a:spcPts val="496"/>
              </a:spcBef>
              <a:spcAft>
                <a:spcPts val="0"/>
              </a:spcAft>
              <a:buClr>
                <a:schemeClr val="dk1"/>
              </a:buClr>
              <a:buSzPct val="100000"/>
              <a:buNone/>
            </a:pPr>
            <a:endParaRPr sz="4800"/>
          </a:p>
          <a:p>
            <a:pPr marL="342900" lvl="0" indent="-185420" algn="l" rtl="0">
              <a:lnSpc>
                <a:spcPct val="90000"/>
              </a:lnSpc>
              <a:spcBef>
                <a:spcPts val="496"/>
              </a:spcBef>
              <a:spcAft>
                <a:spcPts val="0"/>
              </a:spcAft>
              <a:buClr>
                <a:schemeClr val="dk1"/>
              </a:buClr>
              <a:buSzPct val="100000"/>
              <a:buNone/>
            </a:pPr>
            <a:endParaRPr sz="4800"/>
          </a:p>
          <a:p>
            <a:pPr marL="342900" lvl="0" indent="-185420" algn="l" rtl="0">
              <a:lnSpc>
                <a:spcPct val="90000"/>
              </a:lnSpc>
              <a:spcBef>
                <a:spcPts val="496"/>
              </a:spcBef>
              <a:spcAft>
                <a:spcPts val="0"/>
              </a:spcAft>
              <a:buClr>
                <a:schemeClr val="dk1"/>
              </a:buClr>
              <a:buSzPct val="100000"/>
              <a:buNone/>
            </a:pPr>
            <a:endParaRPr sz="4800"/>
          </a:p>
          <a:p>
            <a:pPr marL="342900" lvl="0" indent="-185420" algn="l" rtl="0">
              <a:lnSpc>
                <a:spcPct val="90000"/>
              </a:lnSpc>
              <a:spcBef>
                <a:spcPts val="496"/>
              </a:spcBef>
              <a:spcAft>
                <a:spcPts val="0"/>
              </a:spcAft>
              <a:buClr>
                <a:schemeClr val="dk1"/>
              </a:buClr>
              <a:buSzPct val="100000"/>
              <a:buNone/>
            </a:pPr>
            <a:endParaRPr sz="4800"/>
          </a:p>
          <a:p>
            <a:pPr marL="342900" lvl="0" indent="-388620" algn="l" rtl="0">
              <a:lnSpc>
                <a:spcPct val="90000"/>
              </a:lnSpc>
              <a:spcBef>
                <a:spcPts val="496"/>
              </a:spcBef>
              <a:spcAft>
                <a:spcPts val="0"/>
              </a:spcAft>
              <a:buClr>
                <a:schemeClr val="dk1"/>
              </a:buClr>
              <a:buSzPct val="100000"/>
              <a:buChar char="•"/>
            </a:pPr>
            <a:r>
              <a:rPr lang="en-US" sz="4800" b="1" dirty="0" err="1"/>
              <a:t>myFunction</a:t>
            </a:r>
            <a:r>
              <a:rPr lang="en-US" sz="4800" b="1" dirty="0"/>
              <a:t>() </a:t>
            </a:r>
            <a:r>
              <a:rPr lang="en-US" sz="4800" dirty="0"/>
              <a:t>is the name of the function</a:t>
            </a:r>
            <a:endParaRPr/>
          </a:p>
          <a:p>
            <a:pPr marL="342900" lvl="0" indent="-388620" algn="l" rtl="0">
              <a:lnSpc>
                <a:spcPct val="90000"/>
              </a:lnSpc>
              <a:spcBef>
                <a:spcPts val="496"/>
              </a:spcBef>
              <a:spcAft>
                <a:spcPts val="0"/>
              </a:spcAft>
              <a:buClr>
                <a:schemeClr val="dk1"/>
              </a:buClr>
              <a:buSzPct val="100000"/>
              <a:buChar char="•"/>
            </a:pPr>
            <a:r>
              <a:rPr lang="en-US" sz="4800" b="1" dirty="0"/>
              <a:t>void means </a:t>
            </a:r>
            <a:r>
              <a:rPr lang="en-US" sz="4800" dirty="0"/>
              <a:t>that the function does not have a return value. You will learn more about return values later in the next topics</a:t>
            </a:r>
            <a:endParaRPr/>
          </a:p>
          <a:p>
            <a:pPr marL="342900" lvl="0" indent="-388620" algn="l" rtl="0">
              <a:lnSpc>
                <a:spcPct val="90000"/>
              </a:lnSpc>
              <a:spcBef>
                <a:spcPts val="496"/>
              </a:spcBef>
              <a:spcAft>
                <a:spcPts val="0"/>
              </a:spcAft>
              <a:buClr>
                <a:schemeClr val="dk1"/>
              </a:buClr>
              <a:buSzPct val="100000"/>
              <a:buChar char="•"/>
            </a:pPr>
            <a:r>
              <a:rPr lang="en-US" sz="4800" dirty="0"/>
              <a:t>Inside the function (the body), add code that defines what the function should do</a:t>
            </a:r>
            <a:endParaRPr/>
          </a:p>
          <a:p>
            <a:pPr marL="342900" lvl="0" indent="-185420" algn="l" rtl="0">
              <a:lnSpc>
                <a:spcPct val="90000"/>
              </a:lnSpc>
              <a:spcBef>
                <a:spcPts val="496"/>
              </a:spcBef>
              <a:spcAft>
                <a:spcPts val="0"/>
              </a:spcAft>
              <a:buClr>
                <a:schemeClr val="dk1"/>
              </a:buClr>
              <a:buSzPct val="100000"/>
              <a:buNone/>
            </a:pPr>
            <a:endParaRPr sz="4800"/>
          </a:p>
          <a:p>
            <a:pPr marL="342900" lvl="0" indent="-185420" algn="l" rtl="0">
              <a:lnSpc>
                <a:spcPct val="90000"/>
              </a:lnSpc>
              <a:spcBef>
                <a:spcPts val="496"/>
              </a:spcBef>
              <a:spcAft>
                <a:spcPts val="0"/>
              </a:spcAft>
              <a:buClr>
                <a:schemeClr val="dk1"/>
              </a:buClr>
              <a:buSzPct val="100000"/>
              <a:buNone/>
            </a:pPr>
            <a:endParaRPr sz="4800"/>
          </a:p>
        </p:txBody>
      </p:sp>
      <p:sp>
        <p:nvSpPr>
          <p:cNvPr id="214" name="Google Shape;214;p48"/>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12</a:t>
            </a:fld>
            <a:endParaRPr/>
          </a:p>
        </p:txBody>
      </p:sp>
      <p:pic>
        <p:nvPicPr>
          <p:cNvPr id="215" name="Google Shape;215;p48"/>
          <p:cNvPicPr preferRelativeResize="0"/>
          <p:nvPr/>
        </p:nvPicPr>
        <p:blipFill rotWithShape="1">
          <a:blip r:embed="rId3">
            <a:alphaModFix/>
          </a:blip>
          <a:srcRect/>
          <a:stretch/>
        </p:blipFill>
        <p:spPr>
          <a:xfrm>
            <a:off x="2135018" y="4002642"/>
            <a:ext cx="5536545" cy="20795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49"/>
          <p:cNvSpPr txBox="1">
            <a:spLocks noGrp="1"/>
          </p:cNvSpPr>
          <p:nvPr>
            <p:ph type="title"/>
          </p:nvPr>
        </p:nvSpPr>
        <p:spPr>
          <a:xfrm>
            <a:off x="1757887" y="1250989"/>
            <a:ext cx="15087600" cy="1134745"/>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a:t>Call a Function</a:t>
            </a:r>
            <a:endParaRPr b="1"/>
          </a:p>
        </p:txBody>
      </p:sp>
      <p:sp>
        <p:nvSpPr>
          <p:cNvPr id="221" name="Google Shape;221;p49"/>
          <p:cNvSpPr txBox="1">
            <a:spLocks noGrp="1"/>
          </p:cNvSpPr>
          <p:nvPr>
            <p:ph type="body" idx="1"/>
          </p:nvPr>
        </p:nvSpPr>
        <p:spPr>
          <a:xfrm>
            <a:off x="1645920" y="2631232"/>
            <a:ext cx="14651048" cy="2044007"/>
          </a:xfrm>
          <a:prstGeom prst="rect">
            <a:avLst/>
          </a:prstGeom>
          <a:noFill/>
          <a:ln>
            <a:noFill/>
          </a:ln>
        </p:spPr>
        <p:txBody>
          <a:bodyPr spcFirstLastPara="1" wrap="square" lIns="0" tIns="45700" rIns="0" bIns="45700" anchor="t" anchorCtr="0">
            <a:normAutofit fontScale="62500" lnSpcReduction="20000"/>
          </a:bodyPr>
          <a:lstStyle/>
          <a:p>
            <a:pPr marL="342900" lvl="0" indent="-342900" algn="l" rtl="0">
              <a:lnSpc>
                <a:spcPct val="90000"/>
              </a:lnSpc>
              <a:spcBef>
                <a:spcPts val="0"/>
              </a:spcBef>
              <a:spcAft>
                <a:spcPts val="0"/>
              </a:spcAft>
              <a:buClr>
                <a:schemeClr val="dk1"/>
              </a:buClr>
              <a:buSzPct val="66666"/>
              <a:buChar char="•"/>
            </a:pPr>
            <a:r>
              <a:rPr lang="en-US" sz="4800"/>
              <a:t>Declared functions are not executed immediately. They are "saved for later use", and will be executed when they are called.</a:t>
            </a:r>
            <a:endParaRPr/>
          </a:p>
          <a:p>
            <a:pPr marL="342900" lvl="0" indent="-342900" algn="l" rtl="0">
              <a:lnSpc>
                <a:spcPct val="90000"/>
              </a:lnSpc>
              <a:spcBef>
                <a:spcPts val="400"/>
              </a:spcBef>
              <a:spcAft>
                <a:spcPts val="0"/>
              </a:spcAft>
              <a:buClr>
                <a:schemeClr val="dk1"/>
              </a:buClr>
              <a:buSzPct val="66666"/>
              <a:buChar char="•"/>
            </a:pPr>
            <a:r>
              <a:rPr lang="en-US" sz="4800"/>
              <a:t>To call a function, write the function's name followed by two parentheses () and a semicolon ;</a:t>
            </a:r>
            <a:endParaRPr/>
          </a:p>
          <a:p>
            <a:pPr marL="342900" lvl="0" indent="-342900" algn="l" rtl="0">
              <a:lnSpc>
                <a:spcPct val="90000"/>
              </a:lnSpc>
              <a:spcBef>
                <a:spcPts val="400"/>
              </a:spcBef>
              <a:spcAft>
                <a:spcPts val="0"/>
              </a:spcAft>
              <a:buClr>
                <a:schemeClr val="dk1"/>
              </a:buClr>
              <a:buSzPct val="66666"/>
              <a:buChar char="•"/>
            </a:pPr>
            <a:r>
              <a:rPr lang="en-US" sz="4800"/>
              <a:t>In the following example, myFunction() is used to print a text (the action), when it is called:</a:t>
            </a:r>
            <a:endParaRPr/>
          </a:p>
          <a:p>
            <a:pPr marL="342900" lvl="0" indent="-215900" algn="l" rtl="0">
              <a:lnSpc>
                <a:spcPct val="90000"/>
              </a:lnSpc>
              <a:spcBef>
                <a:spcPts val="400"/>
              </a:spcBef>
              <a:spcAft>
                <a:spcPts val="0"/>
              </a:spcAft>
              <a:buClr>
                <a:schemeClr val="dk1"/>
              </a:buClr>
              <a:buSzPct val="66666"/>
              <a:buNone/>
            </a:pPr>
            <a:endParaRPr sz="4800"/>
          </a:p>
          <a:p>
            <a:pPr marL="342900" lvl="0" indent="-185420" algn="l" rtl="0">
              <a:lnSpc>
                <a:spcPct val="90000"/>
              </a:lnSpc>
              <a:spcBef>
                <a:spcPts val="496"/>
              </a:spcBef>
              <a:spcAft>
                <a:spcPts val="0"/>
              </a:spcAft>
              <a:buClr>
                <a:schemeClr val="dk1"/>
              </a:buClr>
              <a:buSzPct val="100000"/>
              <a:buNone/>
            </a:pPr>
            <a:endParaRPr sz="4800"/>
          </a:p>
        </p:txBody>
      </p:sp>
      <p:sp>
        <p:nvSpPr>
          <p:cNvPr id="222" name="Google Shape;222;p49"/>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13</a:t>
            </a:fld>
            <a:endParaRPr/>
          </a:p>
        </p:txBody>
      </p:sp>
      <p:pic>
        <p:nvPicPr>
          <p:cNvPr id="223" name="Google Shape;223;p49"/>
          <p:cNvPicPr preferRelativeResize="0"/>
          <p:nvPr/>
        </p:nvPicPr>
        <p:blipFill rotWithShape="1">
          <a:blip r:embed="rId3">
            <a:alphaModFix/>
          </a:blip>
          <a:srcRect/>
          <a:stretch/>
        </p:blipFill>
        <p:spPr>
          <a:xfrm>
            <a:off x="1757887" y="4675239"/>
            <a:ext cx="6515958" cy="474898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50"/>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A function can be called multiple times:</a:t>
            </a:r>
            <a:endParaRPr/>
          </a:p>
        </p:txBody>
      </p:sp>
      <p:sp>
        <p:nvSpPr>
          <p:cNvPr id="229" name="Google Shape;229;p50"/>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230" name="Google Shape;230;p5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14</a:t>
            </a:fld>
            <a:endParaRPr/>
          </a:p>
        </p:txBody>
      </p:sp>
      <p:pic>
        <p:nvPicPr>
          <p:cNvPr id="231" name="Google Shape;231;p50"/>
          <p:cNvPicPr preferRelativeResize="0">
            <a:picLocks noGrp="1"/>
          </p:cNvPicPr>
          <p:nvPr>
            <p:ph type="body" idx="1"/>
          </p:nvPr>
        </p:nvPicPr>
        <p:blipFill rotWithShape="1">
          <a:blip r:embed="rId3">
            <a:alphaModFix/>
          </a:blip>
          <a:srcRect/>
          <a:stretch/>
        </p:blipFill>
        <p:spPr>
          <a:xfrm>
            <a:off x="1905112" y="2419353"/>
            <a:ext cx="5483829" cy="673353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51"/>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C Function Parameters</a:t>
            </a:r>
            <a:endParaRPr/>
          </a:p>
        </p:txBody>
      </p:sp>
      <p:sp>
        <p:nvSpPr>
          <p:cNvPr id="237" name="Google Shape;237;p51"/>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0"/>
              </a:spcBef>
              <a:spcAft>
                <a:spcPts val="0"/>
              </a:spcAft>
              <a:buClr>
                <a:schemeClr val="dk1"/>
              </a:buClr>
              <a:buSzPts val="1600"/>
              <a:buNone/>
            </a:pPr>
            <a:r>
              <a:rPr lang="en-US" sz="2800" b="1"/>
              <a:t>Parameters and Arguments</a:t>
            </a:r>
            <a:endParaRPr/>
          </a:p>
          <a:p>
            <a:pPr marL="342900" lvl="0" indent="-342900" algn="l" rtl="0">
              <a:lnSpc>
                <a:spcPct val="90000"/>
              </a:lnSpc>
              <a:spcBef>
                <a:spcPts val="320"/>
              </a:spcBef>
              <a:spcAft>
                <a:spcPts val="0"/>
              </a:spcAft>
              <a:buClr>
                <a:schemeClr val="dk1"/>
              </a:buClr>
              <a:buSzPts val="1600"/>
              <a:buChar char="•"/>
            </a:pPr>
            <a:r>
              <a:rPr lang="en-US" sz="2800"/>
              <a:t>Information can be passed to functions as a parameter. Parameters act as variables inside the function.</a:t>
            </a:r>
            <a:endParaRPr/>
          </a:p>
          <a:p>
            <a:pPr marL="342900" lvl="0" indent="-342900" algn="l" rtl="0">
              <a:lnSpc>
                <a:spcPct val="90000"/>
              </a:lnSpc>
              <a:spcBef>
                <a:spcPts val="320"/>
              </a:spcBef>
              <a:spcAft>
                <a:spcPts val="0"/>
              </a:spcAft>
              <a:buClr>
                <a:schemeClr val="dk1"/>
              </a:buClr>
              <a:buSzPts val="1600"/>
              <a:buChar char="•"/>
            </a:pPr>
            <a:r>
              <a:rPr lang="en-US" sz="2800"/>
              <a:t>Parameters are specified after the function name, inside the parentheses. You can add as many parameters as you want, just separate them with a comma:</a:t>
            </a:r>
            <a:endParaRPr/>
          </a:p>
          <a:p>
            <a:pPr marL="342900" lvl="0" indent="-342900" algn="l" rtl="0">
              <a:lnSpc>
                <a:spcPct val="90000"/>
              </a:lnSpc>
              <a:spcBef>
                <a:spcPts val="320"/>
              </a:spcBef>
              <a:spcAft>
                <a:spcPts val="0"/>
              </a:spcAft>
              <a:buClr>
                <a:schemeClr val="dk1"/>
              </a:buClr>
              <a:buSzPts val="1600"/>
              <a:buChar char="•"/>
            </a:pPr>
            <a:r>
              <a:rPr lang="en-US" sz="2800"/>
              <a:t>A </a:t>
            </a:r>
            <a:r>
              <a:rPr lang="en-US" sz="2800" b="1"/>
              <a:t>parameter</a:t>
            </a:r>
            <a:r>
              <a:rPr lang="en-US" sz="2800"/>
              <a:t> is a variable that we use in a function definition. </a:t>
            </a:r>
            <a:r>
              <a:rPr lang="en-US" sz="2800" b="1"/>
              <a:t>(Formal parameters)</a:t>
            </a:r>
            <a:endParaRPr/>
          </a:p>
          <a:p>
            <a:pPr marL="342900" lvl="0" indent="-342900" algn="l" rtl="0">
              <a:lnSpc>
                <a:spcPct val="90000"/>
              </a:lnSpc>
              <a:spcBef>
                <a:spcPts val="320"/>
              </a:spcBef>
              <a:spcAft>
                <a:spcPts val="0"/>
              </a:spcAft>
              <a:buClr>
                <a:schemeClr val="dk1"/>
              </a:buClr>
              <a:buSzPts val="1600"/>
              <a:buChar char="•"/>
            </a:pPr>
            <a:r>
              <a:rPr lang="en-US" sz="2800"/>
              <a:t>An </a:t>
            </a:r>
            <a:r>
              <a:rPr lang="en-US" sz="2800" b="1"/>
              <a:t>argument</a:t>
            </a:r>
            <a:r>
              <a:rPr lang="en-US" sz="2800"/>
              <a:t> is the actual data that we pass to the function parameter</a:t>
            </a:r>
            <a:r>
              <a:rPr lang="en-US" sz="2800" b="1"/>
              <a:t>.(Actual Paramaters)</a:t>
            </a:r>
            <a:endParaRPr/>
          </a:p>
          <a:p>
            <a:pPr marL="342900" lvl="0" indent="-241300" algn="l" rtl="0">
              <a:lnSpc>
                <a:spcPct val="90000"/>
              </a:lnSpc>
              <a:spcBef>
                <a:spcPts val="320"/>
              </a:spcBef>
              <a:spcAft>
                <a:spcPts val="0"/>
              </a:spcAft>
              <a:buClr>
                <a:schemeClr val="dk1"/>
              </a:buClr>
              <a:buSzPts val="1600"/>
              <a:buNone/>
            </a:pPr>
            <a:endParaRPr sz="2800" b="1"/>
          </a:p>
          <a:p>
            <a:pPr marL="342900" lvl="0" indent="-241300" algn="l" rtl="0">
              <a:lnSpc>
                <a:spcPct val="90000"/>
              </a:lnSpc>
              <a:spcBef>
                <a:spcPts val="320"/>
              </a:spcBef>
              <a:spcAft>
                <a:spcPts val="0"/>
              </a:spcAft>
              <a:buClr>
                <a:schemeClr val="dk1"/>
              </a:buClr>
              <a:buSzPts val="1600"/>
              <a:buNone/>
            </a:pPr>
            <a:endParaRPr sz="2800" b="1"/>
          </a:p>
          <a:p>
            <a:pPr marL="342900" lvl="0" indent="-241300" algn="l" rtl="0">
              <a:lnSpc>
                <a:spcPct val="90000"/>
              </a:lnSpc>
              <a:spcBef>
                <a:spcPts val="320"/>
              </a:spcBef>
              <a:spcAft>
                <a:spcPts val="0"/>
              </a:spcAft>
              <a:buClr>
                <a:schemeClr val="dk1"/>
              </a:buClr>
              <a:buSzPts val="1600"/>
              <a:buNone/>
            </a:pPr>
            <a:endParaRPr sz="2800" b="1"/>
          </a:p>
          <a:p>
            <a:pPr marL="342900" lvl="0" indent="-241300" algn="l" rtl="0">
              <a:lnSpc>
                <a:spcPct val="90000"/>
              </a:lnSpc>
              <a:spcBef>
                <a:spcPts val="320"/>
              </a:spcBef>
              <a:spcAft>
                <a:spcPts val="0"/>
              </a:spcAft>
              <a:buClr>
                <a:schemeClr val="dk1"/>
              </a:buClr>
              <a:buSzPts val="1600"/>
              <a:buNone/>
            </a:pPr>
            <a:endParaRPr sz="2800" b="1"/>
          </a:p>
          <a:p>
            <a:pPr marL="342900" lvl="0" indent="-241300" algn="l" rtl="0">
              <a:lnSpc>
                <a:spcPct val="90000"/>
              </a:lnSpc>
              <a:spcBef>
                <a:spcPts val="320"/>
              </a:spcBef>
              <a:spcAft>
                <a:spcPts val="0"/>
              </a:spcAft>
              <a:buClr>
                <a:schemeClr val="dk1"/>
              </a:buClr>
              <a:buSzPts val="1600"/>
              <a:buNone/>
            </a:pPr>
            <a:endParaRPr sz="2800" b="1"/>
          </a:p>
          <a:p>
            <a:pPr marL="342900" lvl="0" indent="-241300" algn="l" rtl="0">
              <a:lnSpc>
                <a:spcPct val="90000"/>
              </a:lnSpc>
              <a:spcBef>
                <a:spcPts val="320"/>
              </a:spcBef>
              <a:spcAft>
                <a:spcPts val="0"/>
              </a:spcAft>
              <a:buClr>
                <a:schemeClr val="dk1"/>
              </a:buClr>
              <a:buSzPts val="1600"/>
              <a:buNone/>
            </a:pPr>
            <a:endParaRPr sz="2800"/>
          </a:p>
          <a:p>
            <a:pPr marL="342900" lvl="0" indent="-241300" algn="l" rtl="0">
              <a:lnSpc>
                <a:spcPct val="90000"/>
              </a:lnSpc>
              <a:spcBef>
                <a:spcPts val="320"/>
              </a:spcBef>
              <a:spcAft>
                <a:spcPts val="0"/>
              </a:spcAft>
              <a:buClr>
                <a:schemeClr val="dk1"/>
              </a:buClr>
              <a:buSzPts val="1600"/>
              <a:buNone/>
            </a:pPr>
            <a:endParaRPr sz="2800"/>
          </a:p>
          <a:p>
            <a:pPr marL="457200" lvl="0" indent="-228600" algn="l" rtl="0">
              <a:lnSpc>
                <a:spcPct val="90000"/>
              </a:lnSpc>
              <a:spcBef>
                <a:spcPts val="1800"/>
              </a:spcBef>
              <a:spcAft>
                <a:spcPts val="0"/>
              </a:spcAft>
              <a:buSzPts val="1800"/>
              <a:buNone/>
            </a:pPr>
            <a:endParaRPr/>
          </a:p>
          <a:p>
            <a:pPr marL="457200" lvl="0" indent="-228600" algn="l" rtl="0">
              <a:lnSpc>
                <a:spcPct val="90000"/>
              </a:lnSpc>
              <a:spcBef>
                <a:spcPts val="1800"/>
              </a:spcBef>
              <a:spcAft>
                <a:spcPts val="0"/>
              </a:spcAft>
              <a:buSzPts val="1800"/>
              <a:buNone/>
            </a:pPr>
            <a:endParaRPr/>
          </a:p>
        </p:txBody>
      </p:sp>
      <p:sp>
        <p:nvSpPr>
          <p:cNvPr id="238" name="Google Shape;238;p5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15</a:t>
            </a:fld>
            <a:endParaRPr/>
          </a:p>
        </p:txBody>
      </p:sp>
      <p:pic>
        <p:nvPicPr>
          <p:cNvPr id="239" name="Google Shape;239;p51"/>
          <p:cNvPicPr preferRelativeResize="0"/>
          <p:nvPr/>
        </p:nvPicPr>
        <p:blipFill rotWithShape="1">
          <a:blip r:embed="rId3">
            <a:alphaModFix/>
          </a:blip>
          <a:srcRect/>
          <a:stretch/>
        </p:blipFill>
        <p:spPr>
          <a:xfrm>
            <a:off x="1813068" y="5786121"/>
            <a:ext cx="9277719" cy="31800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52"/>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7200"/>
              <a:buFont typeface="Calibri"/>
              <a:buNone/>
            </a:pPr>
            <a:r>
              <a:rPr lang="en-US" sz="3600">
                <a:solidFill>
                  <a:schemeClr val="dk1"/>
                </a:solidFill>
                <a:latin typeface="Calibri"/>
                <a:ea typeface="Calibri"/>
                <a:cs typeface="Calibri"/>
                <a:sym typeface="Calibri"/>
              </a:rPr>
              <a:t>The following function that takes a </a:t>
            </a:r>
            <a:r>
              <a:rPr lang="en-US" sz="3600" u="sng">
                <a:solidFill>
                  <a:schemeClr val="dk1"/>
                </a:solidFill>
                <a:latin typeface="Calibri"/>
                <a:ea typeface="Calibri"/>
                <a:cs typeface="Calibri"/>
                <a:sym typeface="Calibri"/>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string of characters</a:t>
            </a:r>
            <a:r>
              <a:rPr lang="en-US" sz="3600">
                <a:solidFill>
                  <a:schemeClr val="dk1"/>
                </a:solidFill>
                <a:latin typeface="Calibri"/>
                <a:ea typeface="Calibri"/>
                <a:cs typeface="Calibri"/>
                <a:sym typeface="Calibri"/>
              </a:rPr>
              <a:t> with </a:t>
            </a:r>
            <a:r>
              <a:rPr lang="en-US" sz="3600" b="1">
                <a:solidFill>
                  <a:schemeClr val="dk1"/>
                </a:solidFill>
                <a:latin typeface="Calibri"/>
                <a:ea typeface="Calibri"/>
                <a:cs typeface="Calibri"/>
                <a:sym typeface="Calibri"/>
              </a:rPr>
              <a:t>name</a:t>
            </a:r>
            <a:r>
              <a:rPr lang="en-US" sz="3600">
                <a:solidFill>
                  <a:schemeClr val="dk1"/>
                </a:solidFill>
                <a:latin typeface="Calibri"/>
                <a:ea typeface="Calibri"/>
                <a:cs typeface="Calibri"/>
                <a:sym typeface="Calibri"/>
              </a:rPr>
              <a:t> as parameter. When the function is called, we pass along a name, which is used inside the function to print "Hello" and the name of each person.</a:t>
            </a:r>
            <a:endParaRPr sz="3600"/>
          </a:p>
        </p:txBody>
      </p:sp>
      <p:sp>
        <p:nvSpPr>
          <p:cNvPr id="245" name="Google Shape;245;p52"/>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246" name="Google Shape;246;p5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16</a:t>
            </a:fld>
            <a:endParaRPr/>
          </a:p>
        </p:txBody>
      </p:sp>
      <p:pic>
        <p:nvPicPr>
          <p:cNvPr id="247" name="Google Shape;247;p52"/>
          <p:cNvPicPr preferRelativeResize="0"/>
          <p:nvPr/>
        </p:nvPicPr>
        <p:blipFill rotWithShape="1">
          <a:blip r:embed="rId4">
            <a:alphaModFix/>
          </a:blip>
          <a:srcRect/>
          <a:stretch/>
        </p:blipFill>
        <p:spPr>
          <a:xfrm>
            <a:off x="1787697" y="2768601"/>
            <a:ext cx="5350521" cy="6139425"/>
          </a:xfrm>
          <a:prstGeom prst="rect">
            <a:avLst/>
          </a:prstGeom>
          <a:noFill/>
          <a:ln>
            <a:noFill/>
          </a:ln>
        </p:spPr>
      </p:pic>
      <p:pic>
        <p:nvPicPr>
          <p:cNvPr id="248" name="Google Shape;248;p52"/>
          <p:cNvPicPr preferRelativeResize="0"/>
          <p:nvPr/>
        </p:nvPicPr>
        <p:blipFill rotWithShape="1">
          <a:blip r:embed="rId5">
            <a:alphaModFix/>
          </a:blip>
          <a:srcRect/>
          <a:stretch/>
        </p:blipFill>
        <p:spPr>
          <a:xfrm>
            <a:off x="1787697" y="8664604"/>
            <a:ext cx="12912651" cy="14695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53"/>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7200"/>
              <a:buFont typeface="Calibri"/>
              <a:buNone/>
            </a:pPr>
            <a:r>
              <a:rPr lang="en-US"/>
              <a:t>Multiple Parameters</a:t>
            </a:r>
            <a:endParaRPr sz="3600"/>
          </a:p>
        </p:txBody>
      </p:sp>
      <p:sp>
        <p:nvSpPr>
          <p:cNvPr id="254" name="Google Shape;254;p53"/>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sz="3200"/>
              <a:t>Inside the function, you can add as many parameters as you want:</a:t>
            </a:r>
            <a:endParaRPr/>
          </a:p>
          <a:p>
            <a:pPr marL="457200" lvl="0" indent="-228600" algn="l" rtl="0">
              <a:lnSpc>
                <a:spcPct val="90000"/>
              </a:lnSpc>
              <a:spcBef>
                <a:spcPts val="1800"/>
              </a:spcBef>
              <a:spcAft>
                <a:spcPts val="0"/>
              </a:spcAft>
              <a:buSzPts val="1800"/>
              <a:buNone/>
            </a:pPr>
            <a:endParaRPr/>
          </a:p>
        </p:txBody>
      </p:sp>
      <p:sp>
        <p:nvSpPr>
          <p:cNvPr id="255" name="Google Shape;255;p5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17</a:t>
            </a:fld>
            <a:endParaRPr/>
          </a:p>
        </p:txBody>
      </p:sp>
      <p:pic>
        <p:nvPicPr>
          <p:cNvPr id="256" name="Google Shape;256;p53"/>
          <p:cNvPicPr preferRelativeResize="0"/>
          <p:nvPr/>
        </p:nvPicPr>
        <p:blipFill rotWithShape="1">
          <a:blip r:embed="rId3">
            <a:alphaModFix/>
          </a:blip>
          <a:srcRect/>
          <a:stretch/>
        </p:blipFill>
        <p:spPr>
          <a:xfrm>
            <a:off x="1645920" y="3800709"/>
            <a:ext cx="6981886" cy="5002931"/>
          </a:xfrm>
          <a:prstGeom prst="rect">
            <a:avLst/>
          </a:prstGeom>
          <a:noFill/>
          <a:ln>
            <a:noFill/>
          </a:ln>
        </p:spPr>
      </p:pic>
      <p:pic>
        <p:nvPicPr>
          <p:cNvPr id="257" name="Google Shape;257;p53"/>
          <p:cNvPicPr preferRelativeResize="0"/>
          <p:nvPr/>
        </p:nvPicPr>
        <p:blipFill rotWithShape="1">
          <a:blip r:embed="rId4">
            <a:alphaModFix/>
          </a:blip>
          <a:srcRect/>
          <a:stretch/>
        </p:blipFill>
        <p:spPr>
          <a:xfrm>
            <a:off x="1645920" y="8803640"/>
            <a:ext cx="9857822" cy="13285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54"/>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7200"/>
              <a:buFont typeface="Calibri"/>
              <a:buNone/>
            </a:pPr>
            <a:r>
              <a:rPr lang="en-US"/>
              <a:t>Pass Arrays as Function Parameters</a:t>
            </a:r>
            <a:br>
              <a:rPr lang="en-US"/>
            </a:br>
            <a:endParaRPr sz="3600"/>
          </a:p>
        </p:txBody>
      </p:sp>
      <p:sp>
        <p:nvSpPr>
          <p:cNvPr id="263" name="Google Shape;263;p54"/>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2400"/>
              <a:buChar char="•"/>
            </a:pPr>
            <a:r>
              <a:rPr lang="en-US" sz="3200"/>
              <a:t>You can also pass </a:t>
            </a:r>
            <a:r>
              <a:rPr lang="en-US" sz="3200" u="sng">
                <a:solidFill>
                  <a:schemeClr val="hlink"/>
                </a:solidFill>
              </a:rPr>
              <a:t>arrays</a:t>
            </a:r>
            <a:r>
              <a:rPr lang="en-US" sz="3200"/>
              <a:t> to a function:</a:t>
            </a:r>
            <a:endParaRPr/>
          </a:p>
        </p:txBody>
      </p:sp>
      <p:sp>
        <p:nvSpPr>
          <p:cNvPr id="264" name="Google Shape;264;p5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18</a:t>
            </a:fld>
            <a:endParaRPr/>
          </a:p>
        </p:txBody>
      </p:sp>
      <p:pic>
        <p:nvPicPr>
          <p:cNvPr id="265" name="Google Shape;265;p54"/>
          <p:cNvPicPr preferRelativeResize="0"/>
          <p:nvPr/>
        </p:nvPicPr>
        <p:blipFill rotWithShape="1">
          <a:blip r:embed="rId3">
            <a:alphaModFix/>
          </a:blip>
          <a:srcRect/>
          <a:stretch/>
        </p:blipFill>
        <p:spPr>
          <a:xfrm>
            <a:off x="1887636" y="3287236"/>
            <a:ext cx="7256364" cy="5901843"/>
          </a:xfrm>
          <a:prstGeom prst="rect">
            <a:avLst/>
          </a:prstGeom>
          <a:noFill/>
          <a:ln>
            <a:noFill/>
          </a:ln>
        </p:spPr>
      </p:pic>
      <p:pic>
        <p:nvPicPr>
          <p:cNvPr id="266" name="Google Shape;266;p54"/>
          <p:cNvPicPr preferRelativeResize="0"/>
          <p:nvPr/>
        </p:nvPicPr>
        <p:blipFill rotWithShape="1">
          <a:blip r:embed="rId4">
            <a:alphaModFix/>
          </a:blip>
          <a:srcRect/>
          <a:stretch/>
        </p:blipFill>
        <p:spPr>
          <a:xfrm>
            <a:off x="-355185" y="-930156"/>
            <a:ext cx="18111018" cy="435916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66"/>
                                        </p:tgtEl>
                                        <p:attrNameLst>
                                          <p:attrName>style.visibility</p:attrName>
                                        </p:attrNameLst>
                                      </p:cBhvr>
                                      <p:to>
                                        <p:strVal val="visible"/>
                                      </p:to>
                                    </p:set>
                                    <p:anim calcmode="lin" valueType="num">
                                      <p:cBhvr additive="base">
                                        <p:cTn id="7" dur="500"/>
                                        <p:tgtEl>
                                          <p:spTgt spid="266"/>
                                        </p:tgtEl>
                                        <p:attrNameLst>
                                          <p:attrName>ppt_w</p:attrName>
                                        </p:attrNameLst>
                                      </p:cBhvr>
                                      <p:tavLst>
                                        <p:tav tm="0">
                                          <p:val>
                                            <p:strVal val="0"/>
                                          </p:val>
                                        </p:tav>
                                        <p:tav tm="100000">
                                          <p:val>
                                            <p:strVal val="#ppt_w"/>
                                          </p:val>
                                        </p:tav>
                                      </p:tavLst>
                                    </p:anim>
                                    <p:anim calcmode="lin" valueType="num">
                                      <p:cBhvr additive="base">
                                        <p:cTn id="8" dur="500"/>
                                        <p:tgtEl>
                                          <p:spTgt spid="26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5"/>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Passing arrays as function parameters</a:t>
            </a:r>
            <a:endParaRPr/>
          </a:p>
        </p:txBody>
      </p:sp>
      <p:sp>
        <p:nvSpPr>
          <p:cNvPr id="272" name="Google Shape;272;p55"/>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fontScale="70000" lnSpcReduction="20000"/>
          </a:bodyPr>
          <a:lstStyle/>
          <a:p>
            <a:pPr marL="0" lvl="0" indent="0" algn="l" rtl="0">
              <a:lnSpc>
                <a:spcPct val="90000"/>
              </a:lnSpc>
              <a:spcBef>
                <a:spcPts val="0"/>
              </a:spcBef>
              <a:spcAft>
                <a:spcPts val="0"/>
              </a:spcAft>
              <a:buClr>
                <a:schemeClr val="dk1"/>
              </a:buClr>
              <a:buSzPct val="100000"/>
              <a:buNone/>
            </a:pPr>
            <a:r>
              <a:rPr lang="en-US"/>
              <a:t>When we want to pass an array to a function, it is always passed by giving the name of the array, which is nothing but the start address of the array.</a:t>
            </a:r>
            <a:endParaRPr/>
          </a:p>
          <a:p>
            <a:pPr marL="0" lvl="0" indent="0" algn="l" rtl="0">
              <a:lnSpc>
                <a:spcPct val="90000"/>
              </a:lnSpc>
              <a:spcBef>
                <a:spcPts val="256"/>
              </a:spcBef>
              <a:spcAft>
                <a:spcPts val="0"/>
              </a:spcAft>
              <a:buClr>
                <a:schemeClr val="dk1"/>
              </a:buClr>
              <a:buSzPct val="100000"/>
              <a:buNone/>
            </a:pPr>
            <a:endParaRPr/>
          </a:p>
          <a:p>
            <a:pPr marL="0" lvl="0" indent="0" algn="l" rtl="0">
              <a:lnSpc>
                <a:spcPct val="120000"/>
              </a:lnSpc>
              <a:spcBef>
                <a:spcPts val="0"/>
              </a:spcBef>
              <a:spcAft>
                <a:spcPts val="0"/>
              </a:spcAft>
              <a:buClr>
                <a:schemeClr val="dk1"/>
              </a:buClr>
              <a:buSzPct val="100000"/>
              <a:buNone/>
            </a:pPr>
            <a:r>
              <a:rPr lang="en-US"/>
              <a:t>int slen(char s[])</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       int i=0,len=0;</a:t>
            </a:r>
            <a:endParaRPr/>
          </a:p>
          <a:p>
            <a:pPr marL="0" lvl="0" indent="0" algn="l" rtl="0">
              <a:lnSpc>
                <a:spcPct val="120000"/>
              </a:lnSpc>
              <a:spcBef>
                <a:spcPts val="0"/>
              </a:spcBef>
              <a:spcAft>
                <a:spcPts val="0"/>
              </a:spcAft>
              <a:buClr>
                <a:schemeClr val="dk1"/>
              </a:buClr>
              <a:buSzPct val="100000"/>
              <a:buNone/>
            </a:pPr>
            <a:r>
              <a:rPr lang="en-US"/>
              <a:t>       while(s[i++] != '\0') {</a:t>
            </a:r>
            <a:endParaRPr/>
          </a:p>
          <a:p>
            <a:pPr marL="0" lvl="0" indent="0" algn="l" rtl="0">
              <a:lnSpc>
                <a:spcPct val="120000"/>
              </a:lnSpc>
              <a:spcBef>
                <a:spcPts val="0"/>
              </a:spcBef>
              <a:spcAft>
                <a:spcPts val="0"/>
              </a:spcAft>
              <a:buClr>
                <a:schemeClr val="dk1"/>
              </a:buClr>
              <a:buSzPct val="100000"/>
              <a:buNone/>
            </a:pPr>
            <a:r>
              <a:rPr lang="en-US"/>
              <a:t>            len++;</a:t>
            </a:r>
            <a:endParaRPr/>
          </a:p>
          <a:p>
            <a:pPr marL="0" lvl="0" indent="0" algn="l" rtl="0">
              <a:lnSpc>
                <a:spcPct val="120000"/>
              </a:lnSpc>
              <a:spcBef>
                <a:spcPts val="0"/>
              </a:spcBef>
              <a:spcAft>
                <a:spcPts val="0"/>
              </a:spcAft>
              <a:buClr>
                <a:schemeClr val="dk1"/>
              </a:buClr>
              <a:buSzPct val="100000"/>
              <a:buNone/>
            </a:pPr>
            <a:r>
              <a:rPr lang="en-US"/>
              <a:t>      }</a:t>
            </a:r>
            <a:endParaRPr/>
          </a:p>
          <a:p>
            <a:pPr marL="0" lvl="0" indent="0" algn="l" rtl="0">
              <a:lnSpc>
                <a:spcPct val="120000"/>
              </a:lnSpc>
              <a:spcBef>
                <a:spcPts val="0"/>
              </a:spcBef>
              <a:spcAft>
                <a:spcPts val="0"/>
              </a:spcAft>
              <a:buClr>
                <a:schemeClr val="dk1"/>
              </a:buClr>
              <a:buSzPct val="100000"/>
              <a:buNone/>
            </a:pPr>
            <a:r>
              <a:rPr lang="en-US"/>
              <a:t>     return(len);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int main()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      char s1[]="hello123";</a:t>
            </a:r>
            <a:endParaRPr/>
          </a:p>
          <a:p>
            <a:pPr marL="0" lvl="0" indent="0" algn="l" rtl="0">
              <a:lnSpc>
                <a:spcPct val="120000"/>
              </a:lnSpc>
              <a:spcBef>
                <a:spcPts val="0"/>
              </a:spcBef>
              <a:spcAft>
                <a:spcPts val="0"/>
              </a:spcAft>
              <a:buClr>
                <a:schemeClr val="dk1"/>
              </a:buClr>
              <a:buSzPct val="100000"/>
              <a:buNone/>
            </a:pPr>
            <a:r>
              <a:rPr lang="en-US"/>
              <a:t>      int len;</a:t>
            </a:r>
            <a:endParaRPr/>
          </a:p>
          <a:p>
            <a:pPr marL="0" lvl="0" indent="0" algn="l" rtl="0">
              <a:lnSpc>
                <a:spcPct val="120000"/>
              </a:lnSpc>
              <a:spcBef>
                <a:spcPts val="0"/>
              </a:spcBef>
              <a:spcAft>
                <a:spcPts val="0"/>
              </a:spcAft>
              <a:buClr>
                <a:schemeClr val="dk1"/>
              </a:buClr>
              <a:buSzPct val="100000"/>
              <a:buNone/>
            </a:pPr>
            <a:r>
              <a:rPr lang="en-US"/>
              <a:t>      len = slen(s1);     /* Specify the name of the array as the argument to slen() */</a:t>
            </a:r>
            <a:endParaRPr/>
          </a:p>
          <a:p>
            <a:pPr marL="0" lvl="0" indent="0" algn="l" rtl="0">
              <a:lnSpc>
                <a:spcPct val="120000"/>
              </a:lnSpc>
              <a:spcBef>
                <a:spcPts val="0"/>
              </a:spcBef>
              <a:spcAft>
                <a:spcPts val="0"/>
              </a:spcAft>
              <a:buClr>
                <a:schemeClr val="dk1"/>
              </a:buClr>
              <a:buSzPct val="100000"/>
              <a:buNone/>
            </a:pPr>
            <a:r>
              <a:rPr lang="en-US"/>
              <a:t>      printf("len=%d\n",len);</a:t>
            </a:r>
            <a:endParaRPr/>
          </a:p>
          <a:p>
            <a:pPr marL="0" lvl="0" indent="0" algn="l" rtl="0">
              <a:lnSpc>
                <a:spcPct val="120000"/>
              </a:lnSpc>
              <a:spcBef>
                <a:spcPts val="0"/>
              </a:spcBef>
              <a:spcAft>
                <a:spcPts val="0"/>
              </a:spcAft>
              <a:buClr>
                <a:schemeClr val="dk1"/>
              </a:buClr>
              <a:buSzPct val="100000"/>
              <a:buNone/>
            </a:pPr>
            <a:r>
              <a:rPr lang="en-US"/>
              <a:t>}</a:t>
            </a:r>
            <a:endParaRPr/>
          </a:p>
        </p:txBody>
      </p:sp>
      <p:sp>
        <p:nvSpPr>
          <p:cNvPr id="273" name="Google Shape;273;p5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6"/>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Equivalence between array and pointer</a:t>
            </a:r>
            <a:endParaRPr/>
          </a:p>
        </p:txBody>
      </p:sp>
      <p:sp>
        <p:nvSpPr>
          <p:cNvPr id="279" name="Google Shape;279;p56"/>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fontScale="85000" lnSpcReduction="20000"/>
          </a:bodyPr>
          <a:lstStyle/>
          <a:p>
            <a:pPr marL="0" lvl="0" indent="0" algn="l" rtl="0">
              <a:lnSpc>
                <a:spcPct val="120000"/>
              </a:lnSpc>
              <a:spcBef>
                <a:spcPts val="0"/>
              </a:spcBef>
              <a:spcAft>
                <a:spcPts val="0"/>
              </a:spcAft>
              <a:buClr>
                <a:schemeClr val="dk1"/>
              </a:buClr>
              <a:buSzPct val="100000"/>
              <a:buNone/>
            </a:pPr>
            <a:r>
              <a:rPr lang="en-US"/>
              <a:t>int slen(char *s)              /* Declaring the format parameter as a char pointer */</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       int i=0,len=0;</a:t>
            </a:r>
            <a:endParaRPr/>
          </a:p>
          <a:p>
            <a:pPr marL="0" lvl="0" indent="0" algn="l" rtl="0">
              <a:lnSpc>
                <a:spcPct val="120000"/>
              </a:lnSpc>
              <a:spcBef>
                <a:spcPts val="0"/>
              </a:spcBef>
              <a:spcAft>
                <a:spcPts val="0"/>
              </a:spcAft>
              <a:buClr>
                <a:schemeClr val="dk1"/>
              </a:buClr>
              <a:buSzPct val="100000"/>
              <a:buNone/>
            </a:pPr>
            <a:r>
              <a:rPr lang="en-US"/>
              <a:t>       while(*s++ != '\0') {</a:t>
            </a:r>
            <a:endParaRPr/>
          </a:p>
          <a:p>
            <a:pPr marL="0" lvl="0" indent="0" algn="l" rtl="0">
              <a:lnSpc>
                <a:spcPct val="120000"/>
              </a:lnSpc>
              <a:spcBef>
                <a:spcPts val="0"/>
              </a:spcBef>
              <a:spcAft>
                <a:spcPts val="0"/>
              </a:spcAft>
              <a:buClr>
                <a:schemeClr val="dk1"/>
              </a:buClr>
              <a:buSzPct val="100000"/>
              <a:buNone/>
            </a:pPr>
            <a:r>
              <a:rPr lang="en-US"/>
              <a:t>            len++;</a:t>
            </a:r>
            <a:endParaRPr/>
          </a:p>
          <a:p>
            <a:pPr marL="0" lvl="0" indent="0" algn="l" rtl="0">
              <a:lnSpc>
                <a:spcPct val="120000"/>
              </a:lnSpc>
              <a:spcBef>
                <a:spcPts val="0"/>
              </a:spcBef>
              <a:spcAft>
                <a:spcPts val="0"/>
              </a:spcAft>
              <a:buClr>
                <a:schemeClr val="dk1"/>
              </a:buClr>
              <a:buSzPct val="100000"/>
              <a:buNone/>
            </a:pPr>
            <a:r>
              <a:rPr lang="en-US"/>
              <a:t>      }</a:t>
            </a:r>
            <a:endParaRPr/>
          </a:p>
          <a:p>
            <a:pPr marL="0" lvl="0" indent="0" algn="l" rtl="0">
              <a:lnSpc>
                <a:spcPct val="120000"/>
              </a:lnSpc>
              <a:spcBef>
                <a:spcPts val="0"/>
              </a:spcBef>
              <a:spcAft>
                <a:spcPts val="0"/>
              </a:spcAft>
              <a:buClr>
                <a:schemeClr val="dk1"/>
              </a:buClr>
              <a:buSzPct val="100000"/>
              <a:buNone/>
            </a:pPr>
            <a:r>
              <a:rPr lang="en-US"/>
              <a:t>     return(len);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int main()</a:t>
            </a:r>
            <a:endParaRPr/>
          </a:p>
          <a:p>
            <a:pPr marL="0" lvl="0" indent="0" algn="l" rtl="0">
              <a:lnSpc>
                <a:spcPct val="120000"/>
              </a:lnSpc>
              <a:spcBef>
                <a:spcPts val="0"/>
              </a:spcBef>
              <a:spcAft>
                <a:spcPts val="0"/>
              </a:spcAft>
              <a:buClr>
                <a:schemeClr val="dk1"/>
              </a:buClr>
              <a:buSzPct val="100000"/>
              <a:buNone/>
            </a:pPr>
            <a:r>
              <a:rPr lang="en-US"/>
              <a:t>{</a:t>
            </a:r>
            <a:endParaRPr/>
          </a:p>
          <a:p>
            <a:pPr marL="0" lvl="0" indent="0" algn="l" rtl="0">
              <a:lnSpc>
                <a:spcPct val="120000"/>
              </a:lnSpc>
              <a:spcBef>
                <a:spcPts val="0"/>
              </a:spcBef>
              <a:spcAft>
                <a:spcPts val="0"/>
              </a:spcAft>
              <a:buClr>
                <a:schemeClr val="dk1"/>
              </a:buClr>
              <a:buSzPct val="100000"/>
              <a:buNone/>
            </a:pPr>
            <a:r>
              <a:rPr lang="en-US"/>
              <a:t>      char s1[]="hello123";</a:t>
            </a:r>
            <a:endParaRPr/>
          </a:p>
          <a:p>
            <a:pPr marL="0" lvl="0" indent="0" algn="l" rtl="0">
              <a:lnSpc>
                <a:spcPct val="120000"/>
              </a:lnSpc>
              <a:spcBef>
                <a:spcPts val="0"/>
              </a:spcBef>
              <a:spcAft>
                <a:spcPts val="0"/>
              </a:spcAft>
              <a:buClr>
                <a:schemeClr val="dk1"/>
              </a:buClr>
              <a:buSzPct val="100000"/>
              <a:buNone/>
            </a:pPr>
            <a:r>
              <a:rPr lang="en-US"/>
              <a:t>      int len;</a:t>
            </a:r>
            <a:endParaRPr/>
          </a:p>
          <a:p>
            <a:pPr marL="0" lvl="0" indent="0" algn="l" rtl="0">
              <a:lnSpc>
                <a:spcPct val="120000"/>
              </a:lnSpc>
              <a:spcBef>
                <a:spcPts val="0"/>
              </a:spcBef>
              <a:spcAft>
                <a:spcPts val="0"/>
              </a:spcAft>
              <a:buClr>
                <a:schemeClr val="dk1"/>
              </a:buClr>
              <a:buSzPct val="100000"/>
              <a:buNone/>
            </a:pPr>
            <a:r>
              <a:rPr lang="en-US"/>
              <a:t>      len = slen(s1);     /* Specify the name of the array as the argument to slen() */</a:t>
            </a:r>
            <a:endParaRPr/>
          </a:p>
          <a:p>
            <a:pPr marL="0" lvl="0" indent="0" algn="l" rtl="0">
              <a:lnSpc>
                <a:spcPct val="120000"/>
              </a:lnSpc>
              <a:spcBef>
                <a:spcPts val="0"/>
              </a:spcBef>
              <a:spcAft>
                <a:spcPts val="0"/>
              </a:spcAft>
              <a:buClr>
                <a:schemeClr val="dk1"/>
              </a:buClr>
              <a:buSzPct val="100000"/>
              <a:buNone/>
            </a:pPr>
            <a:r>
              <a:rPr lang="en-US"/>
              <a:t>      printf("len=%d\n",len);</a:t>
            </a:r>
            <a:endParaRPr/>
          </a:p>
          <a:p>
            <a:pPr marL="0" lvl="0" indent="0" algn="l" rtl="0">
              <a:lnSpc>
                <a:spcPct val="120000"/>
              </a:lnSpc>
              <a:spcBef>
                <a:spcPts val="0"/>
              </a:spcBef>
              <a:spcAft>
                <a:spcPts val="0"/>
              </a:spcAft>
              <a:buClr>
                <a:schemeClr val="dk1"/>
              </a:buClr>
              <a:buSzPct val="100000"/>
              <a:buNone/>
            </a:pPr>
            <a:r>
              <a:rPr lang="en-US"/>
              <a:t>}</a:t>
            </a:r>
            <a:endParaRPr/>
          </a:p>
          <a:p>
            <a:pPr marL="457200" lvl="0" indent="-228600" algn="l" rtl="0">
              <a:lnSpc>
                <a:spcPct val="90000"/>
              </a:lnSpc>
              <a:spcBef>
                <a:spcPts val="1800"/>
              </a:spcBef>
              <a:spcAft>
                <a:spcPts val="0"/>
              </a:spcAft>
              <a:buSzPct val="70588"/>
              <a:buNone/>
            </a:pPr>
            <a:endParaRPr/>
          </a:p>
        </p:txBody>
      </p:sp>
      <p:sp>
        <p:nvSpPr>
          <p:cNvPr id="280" name="Google Shape;280;p56"/>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7"/>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Return Values</a:t>
            </a:r>
            <a:endParaRPr/>
          </a:p>
        </p:txBody>
      </p:sp>
      <p:sp>
        <p:nvSpPr>
          <p:cNvPr id="286" name="Google Shape;286;p57"/>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2000"/>
              <a:buChar char="•"/>
            </a:pPr>
            <a:r>
              <a:rPr lang="en-US" sz="3200"/>
              <a:t>The void keyword, used in the previous examples, indicates that the function should not return a value.</a:t>
            </a:r>
            <a:endParaRPr/>
          </a:p>
          <a:p>
            <a:pPr marL="342900" lvl="0" indent="-342900" algn="l" rtl="0">
              <a:lnSpc>
                <a:spcPct val="90000"/>
              </a:lnSpc>
              <a:spcBef>
                <a:spcPts val="400"/>
              </a:spcBef>
              <a:spcAft>
                <a:spcPts val="0"/>
              </a:spcAft>
              <a:buClr>
                <a:schemeClr val="dk1"/>
              </a:buClr>
              <a:buSzPts val="2000"/>
              <a:buChar char="•"/>
            </a:pPr>
            <a:r>
              <a:rPr lang="en-US" sz="3200"/>
              <a:t> If you want the function to return a value, you can use a data type (such as int or float, etc.) instead of void, and use the return keyword inside the function:</a:t>
            </a:r>
            <a:endParaRPr/>
          </a:p>
          <a:p>
            <a:pPr marL="457200" lvl="0" indent="-228600" algn="l" rtl="0">
              <a:lnSpc>
                <a:spcPct val="90000"/>
              </a:lnSpc>
              <a:spcBef>
                <a:spcPts val="1800"/>
              </a:spcBef>
              <a:spcAft>
                <a:spcPts val="0"/>
              </a:spcAft>
              <a:buSzPts val="1800"/>
              <a:buNone/>
            </a:pPr>
            <a:endParaRPr/>
          </a:p>
        </p:txBody>
      </p:sp>
      <p:sp>
        <p:nvSpPr>
          <p:cNvPr id="287" name="Google Shape;287;p57"/>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21</a:t>
            </a:fld>
            <a:endParaRPr/>
          </a:p>
        </p:txBody>
      </p:sp>
      <p:pic>
        <p:nvPicPr>
          <p:cNvPr id="288" name="Google Shape;288;p57"/>
          <p:cNvPicPr preferRelativeResize="0"/>
          <p:nvPr/>
        </p:nvPicPr>
        <p:blipFill rotWithShape="1">
          <a:blip r:embed="rId3">
            <a:alphaModFix/>
          </a:blip>
          <a:srcRect/>
          <a:stretch/>
        </p:blipFill>
        <p:spPr>
          <a:xfrm>
            <a:off x="1645920" y="4858138"/>
            <a:ext cx="5536812" cy="4388522"/>
          </a:xfrm>
          <a:prstGeom prst="rect">
            <a:avLst/>
          </a:prstGeom>
          <a:noFill/>
          <a:ln>
            <a:noFill/>
          </a:ln>
        </p:spPr>
      </p:pic>
      <p:pic>
        <p:nvPicPr>
          <p:cNvPr id="289" name="Google Shape;289;p57"/>
          <p:cNvPicPr preferRelativeResize="0"/>
          <p:nvPr/>
        </p:nvPicPr>
        <p:blipFill rotWithShape="1">
          <a:blip r:embed="rId4">
            <a:alphaModFix/>
          </a:blip>
          <a:srcRect/>
          <a:stretch/>
        </p:blipFill>
        <p:spPr>
          <a:xfrm>
            <a:off x="7429719" y="4896754"/>
            <a:ext cx="5666849" cy="4349906"/>
          </a:xfrm>
          <a:prstGeom prst="rect">
            <a:avLst/>
          </a:prstGeom>
          <a:noFill/>
          <a:ln>
            <a:noFill/>
          </a:ln>
        </p:spPr>
      </p:pic>
      <p:sp>
        <p:nvSpPr>
          <p:cNvPr id="290" name="Google Shape;290;p57"/>
          <p:cNvSpPr txBox="1"/>
          <p:nvPr/>
        </p:nvSpPr>
        <p:spPr>
          <a:xfrm>
            <a:off x="7499993" y="4588977"/>
            <a:ext cx="520618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Calibri"/>
                <a:ea typeface="Calibri"/>
                <a:cs typeface="Calibri"/>
                <a:sym typeface="Calibri"/>
              </a:rPr>
              <a:t>This example returns the sum of a function with </a:t>
            </a:r>
            <a:r>
              <a:rPr lang="en-US" sz="1400" b="1" i="0" u="none" strike="noStrike" cap="none">
                <a:solidFill>
                  <a:schemeClr val="dk1"/>
                </a:solidFill>
                <a:latin typeface="Calibri"/>
                <a:ea typeface="Calibri"/>
                <a:cs typeface="Calibri"/>
                <a:sym typeface="Calibri"/>
              </a:rPr>
              <a:t>two parameters</a:t>
            </a:r>
            <a:r>
              <a:rPr lang="en-US" sz="1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8"/>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fontScale="90000"/>
          </a:bodyPr>
          <a:lstStyle/>
          <a:p>
            <a:pPr marL="0" lvl="0" indent="0" algn="l" rtl="0">
              <a:lnSpc>
                <a:spcPct val="85000"/>
              </a:lnSpc>
              <a:spcBef>
                <a:spcPts val="0"/>
              </a:spcBef>
              <a:spcAft>
                <a:spcPts val="0"/>
              </a:spcAft>
              <a:buClr>
                <a:srgbClr val="3F3F3F"/>
              </a:buClr>
              <a:buSzPct val="111111"/>
              <a:buFont typeface="Calibri"/>
              <a:buNone/>
            </a:pPr>
            <a:r>
              <a:rPr lang="en-US"/>
              <a:t>You can also store the result in a variable:</a:t>
            </a:r>
            <a:br>
              <a:rPr lang="en-US"/>
            </a:br>
            <a:endParaRPr/>
          </a:p>
        </p:txBody>
      </p:sp>
      <p:sp>
        <p:nvSpPr>
          <p:cNvPr id="296" name="Google Shape;296;p58"/>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297" name="Google Shape;297;p58"/>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22</a:t>
            </a:fld>
            <a:endParaRPr/>
          </a:p>
        </p:txBody>
      </p:sp>
      <p:pic>
        <p:nvPicPr>
          <p:cNvPr id="298" name="Google Shape;298;p58"/>
          <p:cNvPicPr preferRelativeResize="0"/>
          <p:nvPr/>
        </p:nvPicPr>
        <p:blipFill rotWithShape="1">
          <a:blip r:embed="rId3">
            <a:alphaModFix/>
          </a:blip>
          <a:srcRect/>
          <a:stretch/>
        </p:blipFill>
        <p:spPr>
          <a:xfrm>
            <a:off x="2086418" y="2918636"/>
            <a:ext cx="6570886" cy="5734970"/>
          </a:xfrm>
          <a:prstGeom prst="rect">
            <a:avLst/>
          </a:prstGeom>
          <a:noFill/>
          <a:ln>
            <a:noFill/>
          </a:ln>
        </p:spPr>
      </p:pic>
      <p:pic>
        <p:nvPicPr>
          <p:cNvPr id="299" name="Google Shape;299;p58"/>
          <p:cNvPicPr preferRelativeResize="0">
            <a:picLocks noGrp="1"/>
          </p:cNvPicPr>
          <p:nvPr>
            <p:ph type="body" idx="1"/>
          </p:nvPr>
        </p:nvPicPr>
        <p:blipFill rotWithShape="1">
          <a:blip r:embed="rId4">
            <a:alphaModFix/>
          </a:blip>
          <a:srcRect/>
          <a:stretch/>
        </p:blipFill>
        <p:spPr>
          <a:xfrm>
            <a:off x="9097801" y="2019172"/>
            <a:ext cx="6933695" cy="66344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59"/>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Function categories</a:t>
            </a:r>
            <a:br>
              <a:rPr lang="en-US" b="1"/>
            </a:br>
            <a:endParaRPr/>
          </a:p>
        </p:txBody>
      </p:sp>
      <p:sp>
        <p:nvSpPr>
          <p:cNvPr id="305" name="Google Shape;305;p59"/>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3200"/>
              <a:buChar char="•"/>
            </a:pPr>
            <a:r>
              <a:rPr lang="en-US" b="1" dirty="0"/>
              <a:t>There are 4 types of functions</a:t>
            </a:r>
            <a:r>
              <a:rPr lang="en-US" b="1" dirty="0" smtClean="0"/>
              <a:t>:</a:t>
            </a:r>
          </a:p>
          <a:p>
            <a:pPr marL="342900" lvl="0" indent="-342900" algn="l" rtl="0">
              <a:lnSpc>
                <a:spcPct val="90000"/>
              </a:lnSpc>
              <a:spcBef>
                <a:spcPts val="0"/>
              </a:spcBef>
              <a:spcAft>
                <a:spcPts val="0"/>
              </a:spcAft>
              <a:buClr>
                <a:schemeClr val="dk1"/>
              </a:buClr>
              <a:buSzPts val="3200"/>
              <a:buChar char="•"/>
            </a:pPr>
            <a:endParaRPr lang="en-IN" b="1" dirty="0" smtClean="0"/>
          </a:p>
          <a:p>
            <a:pPr marL="342900" lvl="0" indent="-342900" algn="l" rtl="0">
              <a:lnSpc>
                <a:spcPct val="90000"/>
              </a:lnSpc>
              <a:spcBef>
                <a:spcPts val="0"/>
              </a:spcBef>
              <a:spcAft>
                <a:spcPts val="0"/>
              </a:spcAft>
              <a:buClr>
                <a:schemeClr val="dk1"/>
              </a:buClr>
              <a:buSzPts val="3200"/>
              <a:buNone/>
            </a:pPr>
            <a:endParaRPr b="1"/>
          </a:p>
          <a:p>
            <a:pPr marL="0" lvl="0" indent="0">
              <a:spcBef>
                <a:spcPts val="640"/>
              </a:spcBef>
              <a:buClr>
                <a:schemeClr val="dk1"/>
              </a:buClr>
              <a:buSzPts val="3200"/>
              <a:buNone/>
            </a:pPr>
            <a:r>
              <a:rPr lang="en-US" b="1" dirty="0" smtClean="0"/>
              <a:t>1.  Functions without arguments and without return values</a:t>
            </a:r>
          </a:p>
          <a:p>
            <a:pPr marL="0" lvl="0" indent="0">
              <a:spcBef>
                <a:spcPts val="640"/>
              </a:spcBef>
              <a:buClr>
                <a:schemeClr val="dk1"/>
              </a:buClr>
              <a:buSzPts val="3200"/>
              <a:buNone/>
            </a:pPr>
            <a:r>
              <a:rPr lang="en-US" b="1" dirty="0" smtClean="0"/>
              <a:t>2.  Functions without arguments and with return values</a:t>
            </a:r>
          </a:p>
          <a:p>
            <a:pPr marL="0" lvl="0" indent="0">
              <a:spcBef>
                <a:spcPts val="640"/>
              </a:spcBef>
              <a:buClr>
                <a:schemeClr val="dk1"/>
              </a:buClr>
              <a:buSzPts val="3200"/>
              <a:buNone/>
            </a:pPr>
            <a:r>
              <a:rPr lang="en-US" b="1" dirty="0" smtClean="0"/>
              <a:t>3.  Functions with arguments and without return values</a:t>
            </a:r>
          </a:p>
          <a:p>
            <a:pPr marL="0" lvl="0" indent="0">
              <a:spcBef>
                <a:spcPts val="640"/>
              </a:spcBef>
              <a:buClr>
                <a:schemeClr val="dk1"/>
              </a:buClr>
              <a:buSzPts val="3200"/>
              <a:buNone/>
            </a:pPr>
            <a:r>
              <a:rPr lang="en-US" b="1" dirty="0" smtClean="0"/>
              <a:t>4.  Functions with arguments and return values</a:t>
            </a:r>
            <a:endParaRPr lang="en-US" dirty="0" smtClean="0"/>
          </a:p>
          <a:p>
            <a:pPr marL="342900" lvl="0" indent="-139700">
              <a:spcBef>
                <a:spcPts val="640"/>
              </a:spcBef>
              <a:buClr>
                <a:schemeClr val="dk1"/>
              </a:buClr>
              <a:buSzPts val="3200"/>
              <a:buNone/>
            </a:pPr>
            <a:endParaRPr lang="en-US" dirty="0" smtClean="0"/>
          </a:p>
          <a:p>
            <a:pPr marL="0" lvl="0" indent="0" algn="l" rtl="0">
              <a:lnSpc>
                <a:spcPct val="90000"/>
              </a:lnSpc>
              <a:spcBef>
                <a:spcPts val="640"/>
              </a:spcBef>
              <a:spcAft>
                <a:spcPts val="0"/>
              </a:spcAft>
              <a:buClr>
                <a:schemeClr val="dk1"/>
              </a:buClr>
              <a:buSzPts val="3200"/>
              <a:buNone/>
            </a:pPr>
            <a:endParaRPr/>
          </a:p>
          <a:p>
            <a:pPr marL="0" lvl="0" indent="0" algn="l" rtl="0">
              <a:lnSpc>
                <a:spcPct val="90000"/>
              </a:lnSpc>
              <a:spcBef>
                <a:spcPts val="640"/>
              </a:spcBef>
              <a:spcAft>
                <a:spcPts val="0"/>
              </a:spcAft>
              <a:buClr>
                <a:schemeClr val="dk1"/>
              </a:buClr>
              <a:buSzPts val="3200"/>
              <a:buNone/>
            </a:pPr>
            <a:r>
              <a:rPr lang="en-US" b="1" dirty="0" smtClean="0"/>
              <a:t> </a:t>
            </a:r>
            <a:endParaRPr/>
          </a:p>
        </p:txBody>
      </p:sp>
      <p:sp>
        <p:nvSpPr>
          <p:cNvPr id="306" name="Google Shape;306;p59"/>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63"/>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Functions without arguments and without return values</a:t>
            </a:r>
            <a:endParaRPr/>
          </a:p>
        </p:txBody>
      </p:sp>
      <p:sp>
        <p:nvSpPr>
          <p:cNvPr id="339" name="Google Shape;339;p63"/>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40" name="Google Shape;340;p6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24</a:t>
            </a:fld>
            <a:endParaRPr/>
          </a:p>
        </p:txBody>
      </p:sp>
      <p:pic>
        <p:nvPicPr>
          <p:cNvPr id="341" name="Google Shape;341;p63"/>
          <p:cNvPicPr preferRelativeResize="0">
            <a:picLocks noGrp="1"/>
          </p:cNvPicPr>
          <p:nvPr>
            <p:ph type="body" idx="1"/>
          </p:nvPr>
        </p:nvPicPr>
        <p:blipFill rotWithShape="1">
          <a:blip r:embed="rId3">
            <a:alphaModFix/>
          </a:blip>
          <a:srcRect l="2121" t="29089"/>
          <a:stretch/>
        </p:blipFill>
        <p:spPr>
          <a:xfrm>
            <a:off x="1645920" y="2606041"/>
            <a:ext cx="12630519" cy="5608811"/>
          </a:xfrm>
          <a:prstGeom prst="rect">
            <a:avLst/>
          </a:prstGeom>
          <a:noFill/>
          <a:ln>
            <a:noFill/>
          </a:ln>
        </p:spPr>
      </p:pic>
      <p:pic>
        <p:nvPicPr>
          <p:cNvPr id="342" name="Google Shape;342;p63"/>
          <p:cNvPicPr preferRelativeResize="0"/>
          <p:nvPr/>
        </p:nvPicPr>
        <p:blipFill rotWithShape="1">
          <a:blip r:embed="rId4">
            <a:alphaModFix/>
          </a:blip>
          <a:srcRect/>
          <a:stretch/>
        </p:blipFill>
        <p:spPr>
          <a:xfrm>
            <a:off x="2250603" y="8214852"/>
            <a:ext cx="5418557" cy="196276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62"/>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Functions without arguments and with return values</a:t>
            </a:r>
            <a:endParaRPr/>
          </a:p>
        </p:txBody>
      </p:sp>
      <p:sp>
        <p:nvSpPr>
          <p:cNvPr id="330" name="Google Shape;330;p62"/>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31" name="Google Shape;331;p6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25</a:t>
            </a:fld>
            <a:endParaRPr/>
          </a:p>
        </p:txBody>
      </p:sp>
      <p:pic>
        <p:nvPicPr>
          <p:cNvPr id="332" name="Google Shape;332;p62"/>
          <p:cNvPicPr preferRelativeResize="0"/>
          <p:nvPr/>
        </p:nvPicPr>
        <p:blipFill rotWithShape="1">
          <a:blip r:embed="rId3">
            <a:alphaModFix/>
          </a:blip>
          <a:srcRect l="3240" t="27246"/>
          <a:stretch/>
        </p:blipFill>
        <p:spPr>
          <a:xfrm>
            <a:off x="972167" y="2705513"/>
            <a:ext cx="10467329" cy="4706338"/>
          </a:xfrm>
          <a:prstGeom prst="rect">
            <a:avLst/>
          </a:prstGeom>
          <a:noFill/>
          <a:ln>
            <a:noFill/>
          </a:ln>
        </p:spPr>
      </p:pic>
      <p:pic>
        <p:nvPicPr>
          <p:cNvPr id="333" name="Google Shape;333;p62"/>
          <p:cNvPicPr preferRelativeResize="0">
            <a:picLocks noGrp="1"/>
          </p:cNvPicPr>
          <p:nvPr>
            <p:ph type="body" idx="1"/>
          </p:nvPr>
        </p:nvPicPr>
        <p:blipFill rotWithShape="1">
          <a:blip r:embed="rId4">
            <a:alphaModFix/>
          </a:blip>
          <a:srcRect t="14125" b="15194"/>
          <a:stretch/>
        </p:blipFill>
        <p:spPr>
          <a:xfrm>
            <a:off x="1831370" y="7511291"/>
            <a:ext cx="4436695" cy="189818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61"/>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Functions with arguments and without return values</a:t>
            </a:r>
            <a:endParaRPr/>
          </a:p>
        </p:txBody>
      </p:sp>
      <p:sp>
        <p:nvSpPr>
          <p:cNvPr id="321" name="Google Shape;321;p61"/>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22" name="Google Shape;322;p6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26</a:t>
            </a:fld>
            <a:endParaRPr/>
          </a:p>
        </p:txBody>
      </p:sp>
      <p:pic>
        <p:nvPicPr>
          <p:cNvPr id="323" name="Google Shape;323;p61"/>
          <p:cNvPicPr preferRelativeResize="0"/>
          <p:nvPr/>
        </p:nvPicPr>
        <p:blipFill rotWithShape="1">
          <a:blip r:embed="rId3">
            <a:alphaModFix/>
          </a:blip>
          <a:srcRect l="2089" t="30863" b="1"/>
          <a:stretch/>
        </p:blipFill>
        <p:spPr>
          <a:xfrm>
            <a:off x="1645920" y="2768601"/>
            <a:ext cx="11893102" cy="4649838"/>
          </a:xfrm>
          <a:prstGeom prst="rect">
            <a:avLst/>
          </a:prstGeom>
          <a:noFill/>
          <a:ln>
            <a:noFill/>
          </a:ln>
        </p:spPr>
      </p:pic>
      <p:pic>
        <p:nvPicPr>
          <p:cNvPr id="324" name="Google Shape;324;p61"/>
          <p:cNvPicPr preferRelativeResize="0"/>
          <p:nvPr/>
        </p:nvPicPr>
        <p:blipFill rotWithShape="1">
          <a:blip r:embed="rId4">
            <a:alphaModFix/>
          </a:blip>
          <a:srcRect t="14685" b="26611"/>
          <a:stretch/>
        </p:blipFill>
        <p:spPr>
          <a:xfrm>
            <a:off x="1920698" y="7474938"/>
            <a:ext cx="4568592" cy="123804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60"/>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Functions with arguments and return values</a:t>
            </a:r>
            <a:endParaRPr/>
          </a:p>
        </p:txBody>
      </p:sp>
      <p:sp>
        <p:nvSpPr>
          <p:cNvPr id="312" name="Google Shape;312;p60"/>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13" name="Google Shape;313;p6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27</a:t>
            </a:fld>
            <a:endParaRPr/>
          </a:p>
        </p:txBody>
      </p:sp>
      <p:pic>
        <p:nvPicPr>
          <p:cNvPr id="314" name="Google Shape;314;p60"/>
          <p:cNvPicPr preferRelativeResize="0"/>
          <p:nvPr/>
        </p:nvPicPr>
        <p:blipFill rotWithShape="1">
          <a:blip r:embed="rId3">
            <a:alphaModFix/>
          </a:blip>
          <a:srcRect l="1892" t="29556"/>
          <a:stretch/>
        </p:blipFill>
        <p:spPr>
          <a:xfrm>
            <a:off x="1946786" y="2606041"/>
            <a:ext cx="9778182" cy="4655732"/>
          </a:xfrm>
          <a:prstGeom prst="rect">
            <a:avLst/>
          </a:prstGeom>
          <a:noFill/>
          <a:ln>
            <a:noFill/>
          </a:ln>
        </p:spPr>
      </p:pic>
      <p:pic>
        <p:nvPicPr>
          <p:cNvPr id="315" name="Google Shape;315;p60"/>
          <p:cNvPicPr preferRelativeResize="0"/>
          <p:nvPr/>
        </p:nvPicPr>
        <p:blipFill rotWithShape="1">
          <a:blip r:embed="rId4">
            <a:alphaModFix/>
          </a:blip>
          <a:srcRect t="21703" b="31791"/>
          <a:stretch/>
        </p:blipFill>
        <p:spPr>
          <a:xfrm>
            <a:off x="1946785" y="7261773"/>
            <a:ext cx="2802195" cy="139553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8"/>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n-US" sz="7200" b="1"/>
              <a:t>Difference between the Call by Value and Call by Reference</a:t>
            </a:r>
            <a:endParaRPr/>
          </a:p>
        </p:txBody>
      </p:sp>
      <p:sp>
        <p:nvSpPr>
          <p:cNvPr id="380" name="Google Shape;380;p68"/>
          <p:cNvSpPr txBox="1">
            <a:spLocks noGrp="1"/>
          </p:cNvSpPr>
          <p:nvPr>
            <p:ph type="body" idx="1"/>
          </p:nvPr>
        </p:nvSpPr>
        <p:spPr>
          <a:xfrm>
            <a:off x="1645919" y="2768601"/>
            <a:ext cx="740664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sz="3200" b="1" i="0" u="none" strike="noStrike">
                <a:solidFill>
                  <a:srgbClr val="000000"/>
                </a:solidFill>
                <a:latin typeface="Arial"/>
                <a:ea typeface="Arial"/>
                <a:cs typeface="Arial"/>
                <a:sym typeface="Arial"/>
              </a:rPr>
              <a:t>Call By Value</a:t>
            </a:r>
            <a:endParaRPr sz="32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While calling a function, we pass the values of variables to it. Such functions are known as “Call By Values”.</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The value of each variable in the calling function is copied into corresponding dummy variables of the called function.</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The changes made to the dummy variables in the called function have no effect on the values of actual variables in the calling function.</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In call-by-values, we cannot alter the values of actual variables through function calls.</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Values of variables are passed by the Simple technique.</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This method is preferred when we have to pass some small values that should not change.</a:t>
            </a:r>
            <a:endParaRPr sz="2000" b="0" i="0" u="none" strike="noStrike">
              <a:latin typeface="Arial"/>
              <a:ea typeface="Arial"/>
              <a:cs typeface="Arial"/>
              <a:sym typeface="Arial"/>
            </a:endParaRPr>
          </a:p>
          <a:p>
            <a:pPr marL="457200" lvl="0" indent="-228600" algn="l" rtl="0">
              <a:lnSpc>
                <a:spcPct val="90000"/>
              </a:lnSpc>
              <a:spcBef>
                <a:spcPts val="1800"/>
              </a:spcBef>
              <a:spcAft>
                <a:spcPts val="0"/>
              </a:spcAft>
              <a:buSzPts val="1800"/>
              <a:buNone/>
            </a:pPr>
            <a:endParaRPr/>
          </a:p>
        </p:txBody>
      </p:sp>
      <p:sp>
        <p:nvSpPr>
          <p:cNvPr id="381" name="Google Shape;381;p68"/>
          <p:cNvSpPr txBox="1">
            <a:spLocks noGrp="1"/>
          </p:cNvSpPr>
          <p:nvPr>
            <p:ph type="body" idx="2"/>
          </p:nvPr>
        </p:nvSpPr>
        <p:spPr>
          <a:xfrm>
            <a:off x="9326880" y="2768603"/>
            <a:ext cx="7406640" cy="6035040"/>
          </a:xfrm>
          <a:prstGeom prst="rect">
            <a:avLst/>
          </a:prstGeom>
          <a:noFill/>
          <a:ln>
            <a:noFill/>
          </a:ln>
        </p:spPr>
        <p:txBody>
          <a:bodyPr spcFirstLastPara="1" wrap="square" lIns="0" tIns="45700" rIns="0" bIns="45700" anchor="t" anchorCtr="0">
            <a:normAutofit/>
          </a:bodyPr>
          <a:lstStyle/>
          <a:p>
            <a:pPr marL="457200" lvl="0" indent="-342900" algn="l" rtl="0">
              <a:lnSpc>
                <a:spcPct val="90000"/>
              </a:lnSpc>
              <a:spcBef>
                <a:spcPts val="1800"/>
              </a:spcBef>
              <a:spcAft>
                <a:spcPts val="0"/>
              </a:spcAft>
              <a:buSzPts val="1800"/>
              <a:buChar char=" "/>
            </a:pPr>
            <a:r>
              <a:rPr lang="en-US" sz="3200" b="1" i="0" u="none" strike="noStrike">
                <a:solidFill>
                  <a:srgbClr val="000000"/>
                </a:solidFill>
                <a:latin typeface="Arial"/>
                <a:ea typeface="Arial"/>
                <a:cs typeface="Arial"/>
                <a:sym typeface="Arial"/>
              </a:rPr>
              <a:t>Call By Reference</a:t>
            </a:r>
            <a:endParaRPr sz="32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While calling a function, instead of passing the values of variables, we pass the address of variables(location of variables) to the function known as “Call By References.</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The address of actual variables in the calling function is copied into the dummy variables of the called function.</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Using addresses we would have access to the actual variables and hence we would be able to manipulate them.</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In call by reference, we can alter the values of variables through function calls.</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Pointer variables are necessary to define to store the address values of variables.</a:t>
            </a:r>
            <a:endParaRPr sz="2000" b="0" i="0" u="none" strike="noStrike">
              <a:latin typeface="Arial"/>
              <a:ea typeface="Arial"/>
              <a:cs typeface="Arial"/>
              <a:sym typeface="Arial"/>
            </a:endParaRPr>
          </a:p>
          <a:p>
            <a:pPr marL="342900" lvl="0" indent="-342900" algn="l" rtl="0">
              <a:lnSpc>
                <a:spcPct val="90000"/>
              </a:lnSpc>
              <a:spcBef>
                <a:spcPts val="1800"/>
              </a:spcBef>
              <a:spcAft>
                <a:spcPts val="0"/>
              </a:spcAft>
              <a:buSzPts val="1800"/>
              <a:buFont typeface="Noto Sans Symbols"/>
              <a:buChar char="❖"/>
            </a:pPr>
            <a:r>
              <a:rPr lang="en-US" sz="2000" b="0" i="0" u="none" strike="noStrike">
                <a:solidFill>
                  <a:srgbClr val="000000"/>
                </a:solidFill>
                <a:latin typeface="Arial"/>
                <a:ea typeface="Arial"/>
                <a:cs typeface="Arial"/>
                <a:sym typeface="Arial"/>
              </a:rPr>
              <a:t>This method is preferred when we have to pass a large amount of data to the function.</a:t>
            </a:r>
            <a:endParaRPr sz="2000" b="0" i="0" u="none" strike="noStrike">
              <a:latin typeface="Arial"/>
              <a:ea typeface="Arial"/>
              <a:cs typeface="Arial"/>
              <a:sym typeface="Arial"/>
            </a:endParaRPr>
          </a:p>
          <a:p>
            <a:pPr marL="457200" lvl="0" indent="-228600" algn="l" rtl="0">
              <a:lnSpc>
                <a:spcPct val="90000"/>
              </a:lnSpc>
              <a:spcBef>
                <a:spcPts val="1800"/>
              </a:spcBef>
              <a:spcAft>
                <a:spcPts val="0"/>
              </a:spcAft>
              <a:buSzPts val="1800"/>
              <a:buNone/>
            </a:pPr>
            <a:endParaRPr/>
          </a:p>
        </p:txBody>
      </p:sp>
      <p:sp>
        <p:nvSpPr>
          <p:cNvPr id="382" name="Google Shape;382;p68"/>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75"/>
              <a:buNone/>
            </a:pPr>
            <a:fld id="{00000000-1234-1234-1234-123412341234}" type="slidenum">
              <a:rPr lang="en-US"/>
              <a:pPr marL="0" lvl="0" indent="0" algn="r" rtl="0">
                <a:lnSpc>
                  <a:spcPct val="100000"/>
                </a:lnSpc>
                <a:spcBef>
                  <a:spcPts val="0"/>
                </a:spcBef>
                <a:spcAft>
                  <a:spcPts val="0"/>
                </a:spcAft>
                <a:buSzPts val="1575"/>
                <a:buNone/>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64"/>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Pointers as function arguments</a:t>
            </a:r>
            <a:endParaRPr/>
          </a:p>
        </p:txBody>
      </p:sp>
      <p:sp>
        <p:nvSpPr>
          <p:cNvPr id="348" name="Google Shape;348;p64"/>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1600"/>
              <a:buChar char="•"/>
            </a:pPr>
            <a:r>
              <a:rPr lang="en-US" sz="3200" dirty="0"/>
              <a:t>Passing the pointers to the function means the memory location of the variables is passed to the parameters in the function, and then the operations are performed. </a:t>
            </a:r>
            <a:endParaRPr/>
          </a:p>
          <a:p>
            <a:pPr marL="342900" lvl="0" indent="-342900" algn="l" rtl="0">
              <a:lnSpc>
                <a:spcPct val="90000"/>
              </a:lnSpc>
              <a:spcBef>
                <a:spcPts val="320"/>
              </a:spcBef>
              <a:spcAft>
                <a:spcPts val="0"/>
              </a:spcAft>
              <a:buClr>
                <a:schemeClr val="dk1"/>
              </a:buClr>
              <a:buSzPts val="1600"/>
              <a:buChar char="•"/>
            </a:pPr>
            <a:r>
              <a:rPr lang="en-US" sz="3200" dirty="0"/>
              <a:t>The function definition accepts these addresses using pointers, addresses are stored using pointers.</a:t>
            </a:r>
            <a:endParaRPr/>
          </a:p>
          <a:p>
            <a:pPr marL="342900" lvl="0" indent="-241300" algn="l" rtl="0">
              <a:lnSpc>
                <a:spcPct val="90000"/>
              </a:lnSpc>
              <a:spcBef>
                <a:spcPts val="320"/>
              </a:spcBef>
              <a:spcAft>
                <a:spcPts val="0"/>
              </a:spcAft>
              <a:buClr>
                <a:schemeClr val="dk1"/>
              </a:buClr>
              <a:buSzPts val="1600"/>
              <a:buNone/>
            </a:pPr>
            <a:endParaRPr sz="3200"/>
          </a:p>
          <a:p>
            <a:pPr marL="342900" lvl="0" indent="-241300" algn="l" rtl="0">
              <a:lnSpc>
                <a:spcPct val="90000"/>
              </a:lnSpc>
              <a:spcBef>
                <a:spcPts val="320"/>
              </a:spcBef>
              <a:spcAft>
                <a:spcPts val="0"/>
              </a:spcAft>
              <a:buClr>
                <a:schemeClr val="dk1"/>
              </a:buClr>
              <a:buSzPts val="1600"/>
              <a:buNone/>
            </a:pPr>
            <a:endParaRPr/>
          </a:p>
          <a:p>
            <a:pPr marL="0" lvl="0" indent="0" algn="l" rtl="0">
              <a:lnSpc>
                <a:spcPct val="90000"/>
              </a:lnSpc>
              <a:spcBef>
                <a:spcPts val="320"/>
              </a:spcBef>
              <a:spcAft>
                <a:spcPts val="0"/>
              </a:spcAft>
              <a:buClr>
                <a:schemeClr val="dk1"/>
              </a:buClr>
              <a:buSzPts val="1600"/>
              <a:buNone/>
            </a:pPr>
            <a:r>
              <a:rPr lang="en-US" sz="3200" b="1" dirty="0"/>
              <a:t>Arguments Passing without pointer </a:t>
            </a:r>
            <a:endParaRPr/>
          </a:p>
          <a:p>
            <a:pPr marL="342900" lvl="0" indent="-342900" algn="l" rtl="0">
              <a:lnSpc>
                <a:spcPct val="90000"/>
              </a:lnSpc>
              <a:spcBef>
                <a:spcPts val="320"/>
              </a:spcBef>
              <a:spcAft>
                <a:spcPts val="0"/>
              </a:spcAft>
              <a:buClr>
                <a:schemeClr val="dk1"/>
              </a:buClr>
              <a:buSzPts val="1600"/>
              <a:buChar char="•"/>
            </a:pPr>
            <a:r>
              <a:rPr lang="en-US" sz="3200" dirty="0"/>
              <a:t>When we pass arguments without pointers the changes made by the function would be done to the local variables of the function.</a:t>
            </a:r>
            <a:endParaRPr/>
          </a:p>
          <a:p>
            <a:pPr marL="457200" lvl="0" indent="-228600" algn="l" rtl="0">
              <a:lnSpc>
                <a:spcPct val="90000"/>
              </a:lnSpc>
              <a:spcBef>
                <a:spcPts val="1800"/>
              </a:spcBef>
              <a:spcAft>
                <a:spcPts val="0"/>
              </a:spcAft>
              <a:buSzPts val="1800"/>
              <a:buNone/>
            </a:pPr>
            <a:endParaRPr/>
          </a:p>
        </p:txBody>
      </p:sp>
      <p:sp>
        <p:nvSpPr>
          <p:cNvPr id="349" name="Google Shape;349;p6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65"/>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Pointers as function arguments</a:t>
            </a:r>
            <a:endParaRPr/>
          </a:p>
        </p:txBody>
      </p:sp>
      <p:sp>
        <p:nvSpPr>
          <p:cNvPr id="355" name="Google Shape;355;p65"/>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56" name="Google Shape;356;p6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30</a:t>
            </a:fld>
            <a:endParaRPr/>
          </a:p>
        </p:txBody>
      </p:sp>
      <p:pic>
        <p:nvPicPr>
          <p:cNvPr id="357" name="Google Shape;357;p65"/>
          <p:cNvPicPr preferRelativeResize="0"/>
          <p:nvPr/>
        </p:nvPicPr>
        <p:blipFill rotWithShape="1">
          <a:blip r:embed="rId3">
            <a:alphaModFix/>
          </a:blip>
          <a:srcRect/>
          <a:stretch/>
        </p:blipFill>
        <p:spPr>
          <a:xfrm>
            <a:off x="1893692" y="2971358"/>
            <a:ext cx="5967198" cy="5287739"/>
          </a:xfrm>
          <a:prstGeom prst="rect">
            <a:avLst/>
          </a:prstGeom>
          <a:noFill/>
          <a:ln>
            <a:noFill/>
          </a:ln>
        </p:spPr>
      </p:pic>
      <p:pic>
        <p:nvPicPr>
          <p:cNvPr id="358" name="Google Shape;358;p65"/>
          <p:cNvPicPr preferRelativeResize="0"/>
          <p:nvPr/>
        </p:nvPicPr>
        <p:blipFill rotWithShape="1">
          <a:blip r:embed="rId4">
            <a:alphaModFix/>
          </a:blip>
          <a:srcRect/>
          <a:stretch/>
        </p:blipFill>
        <p:spPr>
          <a:xfrm>
            <a:off x="1893693" y="8461855"/>
            <a:ext cx="5274023" cy="12278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66"/>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Arguments Passing with pointers </a:t>
            </a:r>
            <a:br>
              <a:rPr lang="en-US" b="1"/>
            </a:br>
            <a:endParaRPr/>
          </a:p>
        </p:txBody>
      </p:sp>
      <p:sp>
        <p:nvSpPr>
          <p:cNvPr id="364" name="Google Shape;364;p66"/>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1800"/>
              <a:buChar char="•"/>
            </a:pPr>
            <a:r>
              <a:rPr lang="en-US" sz="3200"/>
              <a:t>A pointer to a function is passed in this example. As an argument, a pointer is passed instead of a variable and its address is passed instead of its value. </a:t>
            </a:r>
            <a:endParaRPr/>
          </a:p>
          <a:p>
            <a:pPr marL="342900" lvl="0" indent="-342900" algn="l" rtl="0">
              <a:lnSpc>
                <a:spcPct val="90000"/>
              </a:lnSpc>
              <a:spcBef>
                <a:spcPts val="360"/>
              </a:spcBef>
              <a:spcAft>
                <a:spcPts val="0"/>
              </a:spcAft>
              <a:buClr>
                <a:schemeClr val="dk1"/>
              </a:buClr>
              <a:buSzPts val="1800"/>
              <a:buChar char="•"/>
            </a:pPr>
            <a:r>
              <a:rPr lang="en-US" sz="3200"/>
              <a:t>As a result, any change made by the function using the pointer is permanently stored at the address of the passed variable. </a:t>
            </a:r>
            <a:endParaRPr/>
          </a:p>
          <a:p>
            <a:pPr marL="342900" lvl="0" indent="-342900" algn="l" rtl="0">
              <a:lnSpc>
                <a:spcPct val="90000"/>
              </a:lnSpc>
              <a:spcBef>
                <a:spcPts val="400"/>
              </a:spcBef>
              <a:spcAft>
                <a:spcPts val="0"/>
              </a:spcAft>
              <a:buClr>
                <a:schemeClr val="dk1"/>
              </a:buClr>
              <a:buSzPts val="1800"/>
              <a:buChar char="•"/>
            </a:pPr>
            <a:r>
              <a:rPr lang="en-US" sz="3200"/>
              <a:t>In C, this is </a:t>
            </a:r>
            <a:r>
              <a:rPr lang="en-US" sz="3200" i="1"/>
              <a:t>referred to as </a:t>
            </a:r>
            <a:r>
              <a:rPr lang="en-US" sz="3600" b="1"/>
              <a:t>call by reference</a:t>
            </a:r>
            <a:r>
              <a:rPr lang="en-US" sz="3200" b="1"/>
              <a:t>.</a:t>
            </a:r>
            <a:endParaRPr/>
          </a:p>
          <a:p>
            <a:pPr marL="457200" lvl="0" indent="-228600" algn="l" rtl="0">
              <a:lnSpc>
                <a:spcPct val="90000"/>
              </a:lnSpc>
              <a:spcBef>
                <a:spcPts val="1800"/>
              </a:spcBef>
              <a:spcAft>
                <a:spcPts val="0"/>
              </a:spcAft>
              <a:buSzPts val="1800"/>
              <a:buNone/>
            </a:pPr>
            <a:endParaRPr/>
          </a:p>
        </p:txBody>
      </p:sp>
      <p:sp>
        <p:nvSpPr>
          <p:cNvPr id="365" name="Google Shape;365;p66"/>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67"/>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Arguments Passing with pointers </a:t>
            </a:r>
            <a:br>
              <a:rPr lang="en-US" b="1"/>
            </a:br>
            <a:endParaRPr/>
          </a:p>
        </p:txBody>
      </p:sp>
      <p:sp>
        <p:nvSpPr>
          <p:cNvPr id="371" name="Google Shape;371;p67"/>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372" name="Google Shape;372;p67"/>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32</a:t>
            </a:fld>
            <a:endParaRPr/>
          </a:p>
        </p:txBody>
      </p:sp>
      <p:pic>
        <p:nvPicPr>
          <p:cNvPr id="373" name="Google Shape;373;p67"/>
          <p:cNvPicPr preferRelativeResize="0"/>
          <p:nvPr/>
        </p:nvPicPr>
        <p:blipFill rotWithShape="1">
          <a:blip r:embed="rId3">
            <a:alphaModFix/>
          </a:blip>
          <a:srcRect/>
          <a:stretch/>
        </p:blipFill>
        <p:spPr>
          <a:xfrm>
            <a:off x="1645920" y="1882564"/>
            <a:ext cx="7498080" cy="6155307"/>
          </a:xfrm>
          <a:prstGeom prst="rect">
            <a:avLst/>
          </a:prstGeom>
          <a:noFill/>
          <a:ln>
            <a:noFill/>
          </a:ln>
        </p:spPr>
      </p:pic>
      <p:pic>
        <p:nvPicPr>
          <p:cNvPr id="374" name="Google Shape;374;p67"/>
          <p:cNvPicPr preferRelativeResize="0"/>
          <p:nvPr/>
        </p:nvPicPr>
        <p:blipFill rotWithShape="1">
          <a:blip r:embed="rId4">
            <a:alphaModFix/>
          </a:blip>
          <a:srcRect/>
          <a:stretch/>
        </p:blipFill>
        <p:spPr>
          <a:xfrm>
            <a:off x="2089946" y="8233634"/>
            <a:ext cx="5166261" cy="156197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69"/>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n-US"/>
              <a:t>Recursion</a:t>
            </a:r>
            <a:endParaRPr/>
          </a:p>
        </p:txBody>
      </p:sp>
      <p:sp>
        <p:nvSpPr>
          <p:cNvPr id="388" name="Google Shape;388;p69"/>
          <p:cNvSpPr txBox="1">
            <a:spLocks noGrp="1"/>
          </p:cNvSpPr>
          <p:nvPr>
            <p:ph type="body" idx="1"/>
          </p:nvPr>
        </p:nvSpPr>
        <p:spPr>
          <a:xfrm>
            <a:off x="1645919" y="2768601"/>
            <a:ext cx="740664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2000"/>
              <a:buChar char="•"/>
            </a:pPr>
            <a:r>
              <a:rPr lang="en-US" sz="3200"/>
              <a:t>A function that calls itself is known as a recursive function. And, this technique is known as recursion.</a:t>
            </a:r>
            <a:endParaRPr/>
          </a:p>
          <a:p>
            <a:pPr marL="342900" lvl="0" indent="-342900" algn="l" rtl="0">
              <a:lnSpc>
                <a:spcPct val="90000"/>
              </a:lnSpc>
              <a:spcBef>
                <a:spcPts val="400"/>
              </a:spcBef>
              <a:spcAft>
                <a:spcPts val="0"/>
              </a:spcAft>
              <a:buClr>
                <a:schemeClr val="dk1"/>
              </a:buClr>
              <a:buSzPts val="2000"/>
              <a:buChar char="•"/>
            </a:pPr>
            <a:r>
              <a:rPr lang="en-US" sz="3200"/>
              <a:t>The recursion continues until some condition is met to prevent it.</a:t>
            </a:r>
            <a:endParaRPr/>
          </a:p>
          <a:p>
            <a:pPr marL="342900" lvl="0" indent="-342900" algn="l" rtl="0">
              <a:lnSpc>
                <a:spcPct val="90000"/>
              </a:lnSpc>
              <a:spcBef>
                <a:spcPts val="400"/>
              </a:spcBef>
              <a:spcAft>
                <a:spcPts val="0"/>
              </a:spcAft>
              <a:buClr>
                <a:schemeClr val="dk1"/>
              </a:buClr>
              <a:buSzPts val="2000"/>
              <a:buChar char="•"/>
            </a:pPr>
            <a:r>
              <a:rPr lang="en-US" sz="3200"/>
              <a:t>To prevent infinite recursion, </a:t>
            </a:r>
            <a:r>
              <a:rPr lang="en-US" sz="3200" u="sng">
                <a:solidFill>
                  <a:schemeClr val="hlink"/>
                </a:solidFill>
              </a:rPr>
              <a:t>if...else statement</a:t>
            </a:r>
            <a:r>
              <a:rPr lang="en-US" sz="3200"/>
              <a:t> (or similar approach) can be used where one branch makes the recursive call, and other doesn't.</a:t>
            </a:r>
            <a:endParaRPr/>
          </a:p>
          <a:p>
            <a:pPr marL="342900" lvl="0" indent="-215900" algn="l" rtl="0">
              <a:lnSpc>
                <a:spcPct val="90000"/>
              </a:lnSpc>
              <a:spcBef>
                <a:spcPts val="400"/>
              </a:spcBef>
              <a:spcAft>
                <a:spcPts val="0"/>
              </a:spcAft>
              <a:buClr>
                <a:schemeClr val="dk1"/>
              </a:buClr>
              <a:buSzPts val="2000"/>
              <a:buNone/>
            </a:pPr>
            <a:endParaRPr sz="3200"/>
          </a:p>
          <a:p>
            <a:pPr marL="457200" lvl="0" indent="-228600" algn="l" rtl="0">
              <a:lnSpc>
                <a:spcPct val="90000"/>
              </a:lnSpc>
              <a:spcBef>
                <a:spcPts val="1800"/>
              </a:spcBef>
              <a:spcAft>
                <a:spcPts val="0"/>
              </a:spcAft>
              <a:buSzPts val="1800"/>
              <a:buNone/>
            </a:pPr>
            <a:endParaRPr/>
          </a:p>
        </p:txBody>
      </p:sp>
      <p:sp>
        <p:nvSpPr>
          <p:cNvPr id="389" name="Google Shape;389;p69"/>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75"/>
              <a:buNone/>
            </a:pPr>
            <a:fld id="{00000000-1234-1234-1234-123412341234}" type="slidenum">
              <a:rPr lang="en-US"/>
              <a:pPr marL="0" lvl="0" indent="0" algn="r" rtl="0">
                <a:lnSpc>
                  <a:spcPct val="100000"/>
                </a:lnSpc>
                <a:spcBef>
                  <a:spcPts val="0"/>
                </a:spcBef>
                <a:spcAft>
                  <a:spcPts val="0"/>
                </a:spcAft>
                <a:buSzPts val="1575"/>
                <a:buNone/>
              </a:pPr>
              <a:t>33</a:t>
            </a:fld>
            <a:endParaRPr/>
          </a:p>
        </p:txBody>
      </p:sp>
      <p:pic>
        <p:nvPicPr>
          <p:cNvPr id="390" name="Google Shape;390;p69"/>
          <p:cNvPicPr preferRelativeResize="0"/>
          <p:nvPr/>
        </p:nvPicPr>
        <p:blipFill rotWithShape="1">
          <a:blip r:embed="rId3">
            <a:alphaModFix/>
          </a:blip>
          <a:srcRect/>
          <a:stretch/>
        </p:blipFill>
        <p:spPr>
          <a:xfrm>
            <a:off x="9326880" y="2768600"/>
            <a:ext cx="7491846" cy="584445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70"/>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marR="0" lvl="0" indent="0" algn="l" rtl="0">
              <a:lnSpc>
                <a:spcPct val="85000"/>
              </a:lnSpc>
              <a:spcBef>
                <a:spcPts val="0"/>
              </a:spcBef>
              <a:spcAft>
                <a:spcPts val="0"/>
              </a:spcAft>
              <a:buSzPts val="1800"/>
              <a:buNone/>
            </a:pPr>
            <a:r>
              <a:rPr lang="en-US" sz="7200" b="1">
                <a:solidFill>
                  <a:schemeClr val="dk1"/>
                </a:solidFill>
                <a:latin typeface="Calibri"/>
                <a:ea typeface="Calibri"/>
                <a:cs typeface="Calibri"/>
                <a:sym typeface="Calibri"/>
              </a:rPr>
              <a:t>Advantages and Disadvantages of Recursion</a:t>
            </a:r>
            <a:endParaRPr/>
          </a:p>
        </p:txBody>
      </p:sp>
      <p:sp>
        <p:nvSpPr>
          <p:cNvPr id="396" name="Google Shape;396;p70"/>
          <p:cNvSpPr txBox="1">
            <a:spLocks noGrp="1"/>
          </p:cNvSpPr>
          <p:nvPr>
            <p:ph type="body" idx="2"/>
          </p:nvPr>
        </p:nvSpPr>
        <p:spPr>
          <a:xfrm>
            <a:off x="1769806" y="2768603"/>
            <a:ext cx="14963714" cy="5608481"/>
          </a:xfrm>
          <a:prstGeom prst="rect">
            <a:avLst/>
          </a:prstGeom>
          <a:noFill/>
          <a:ln>
            <a:noFill/>
          </a:ln>
        </p:spPr>
        <p:txBody>
          <a:bodyPr spcFirstLastPara="1" wrap="square" lIns="0" tIns="45700" rIns="0" bIns="45700" anchor="t" anchorCtr="0">
            <a:normAutofit/>
          </a:bodyPr>
          <a:lstStyle/>
          <a:p>
            <a:pPr marL="0" marR="0" lvl="0" indent="0" algn="l" rtl="0">
              <a:lnSpc>
                <a:spcPct val="90000"/>
              </a:lnSpc>
              <a:spcBef>
                <a:spcPts val="0"/>
              </a:spcBef>
              <a:spcAft>
                <a:spcPts val="0"/>
              </a:spcAft>
              <a:buSzPts val="1800"/>
              <a:buNone/>
            </a:pPr>
            <a:endParaRPr sz="3200" b="1">
              <a:solidFill>
                <a:schemeClr val="dk1"/>
              </a:solidFill>
              <a:latin typeface="Calibri"/>
              <a:ea typeface="Calibri"/>
              <a:cs typeface="Calibri"/>
              <a:sym typeface="Calibri"/>
            </a:endParaRPr>
          </a:p>
          <a:p>
            <a:pPr marL="0" marR="0" lvl="0" indent="0" algn="l" rtl="0">
              <a:lnSpc>
                <a:spcPct val="90000"/>
              </a:lnSpc>
              <a:spcBef>
                <a:spcPts val="0"/>
              </a:spcBef>
              <a:spcAft>
                <a:spcPts val="0"/>
              </a:spcAft>
              <a:buSzPts val="1800"/>
              <a:buNone/>
            </a:pPr>
            <a:r>
              <a:rPr lang="en-US" sz="3200">
                <a:solidFill>
                  <a:schemeClr val="dk1"/>
                </a:solidFill>
                <a:latin typeface="Calibri"/>
                <a:ea typeface="Calibri"/>
                <a:cs typeface="Calibri"/>
                <a:sym typeface="Calibri"/>
              </a:rPr>
              <a:t>Recursion makes program elegant. However, if performance is vital, use loops instead as </a:t>
            </a:r>
            <a:r>
              <a:rPr lang="en-US" sz="3200" b="1">
                <a:solidFill>
                  <a:schemeClr val="dk1"/>
                </a:solidFill>
                <a:latin typeface="Calibri"/>
                <a:ea typeface="Calibri"/>
                <a:cs typeface="Calibri"/>
                <a:sym typeface="Calibri"/>
              </a:rPr>
              <a:t>recursion is usually much slower.</a:t>
            </a:r>
            <a:endParaRPr/>
          </a:p>
          <a:p>
            <a:pPr marL="0" marR="0" lvl="0" indent="0" algn="l" rtl="0">
              <a:lnSpc>
                <a:spcPct val="90000"/>
              </a:lnSpc>
              <a:spcBef>
                <a:spcPts val="0"/>
              </a:spcBef>
              <a:spcAft>
                <a:spcPts val="0"/>
              </a:spcAft>
              <a:buSzPts val="1800"/>
              <a:buNone/>
            </a:pPr>
            <a:endParaRPr sz="3200">
              <a:solidFill>
                <a:schemeClr val="dk1"/>
              </a:solidFill>
              <a:latin typeface="Calibri"/>
              <a:ea typeface="Calibri"/>
              <a:cs typeface="Calibri"/>
              <a:sym typeface="Calibri"/>
            </a:endParaRPr>
          </a:p>
          <a:p>
            <a:pPr marL="0" marR="0" lvl="0" indent="0" algn="l" rtl="0">
              <a:lnSpc>
                <a:spcPct val="90000"/>
              </a:lnSpc>
              <a:spcBef>
                <a:spcPts val="0"/>
              </a:spcBef>
              <a:spcAft>
                <a:spcPts val="0"/>
              </a:spcAft>
              <a:buSzPts val="1800"/>
              <a:buNone/>
            </a:pPr>
            <a:r>
              <a:rPr lang="en-US" sz="3200">
                <a:solidFill>
                  <a:schemeClr val="dk1"/>
                </a:solidFill>
                <a:latin typeface="Calibri"/>
                <a:ea typeface="Calibri"/>
                <a:cs typeface="Calibri"/>
                <a:sym typeface="Calibri"/>
              </a:rPr>
              <a:t>That being said, recursion is an important concept. It is frequently used in </a:t>
            </a:r>
            <a:r>
              <a:rPr lang="en-US" sz="3200" u="sng">
                <a:solidFill>
                  <a:schemeClr val="dk1"/>
                </a:solidFill>
                <a:latin typeface="Calibri"/>
                <a:ea typeface="Calibri"/>
                <a:cs typeface="Calibri"/>
                <a:sym typeface="Calibri"/>
              </a:rPr>
              <a:t>data structure and algorithms</a:t>
            </a:r>
            <a:r>
              <a:rPr lang="en-US" sz="3200">
                <a:solidFill>
                  <a:schemeClr val="dk1"/>
                </a:solidFill>
                <a:latin typeface="Calibri"/>
                <a:ea typeface="Calibri"/>
                <a:cs typeface="Calibri"/>
                <a:sym typeface="Calibri"/>
              </a:rPr>
              <a:t>. </a:t>
            </a:r>
            <a:endParaRPr/>
          </a:p>
          <a:p>
            <a:pPr marL="0" marR="0" lvl="0" indent="0" algn="l" rtl="0">
              <a:lnSpc>
                <a:spcPct val="90000"/>
              </a:lnSpc>
              <a:spcBef>
                <a:spcPts val="0"/>
              </a:spcBef>
              <a:spcAft>
                <a:spcPts val="0"/>
              </a:spcAft>
              <a:buSzPts val="1800"/>
              <a:buNone/>
            </a:pPr>
            <a:endParaRPr sz="3200">
              <a:solidFill>
                <a:schemeClr val="dk1"/>
              </a:solidFill>
              <a:latin typeface="Calibri"/>
              <a:ea typeface="Calibri"/>
              <a:cs typeface="Calibri"/>
              <a:sym typeface="Calibri"/>
            </a:endParaRPr>
          </a:p>
          <a:p>
            <a:pPr marL="0" marR="0" lvl="0" indent="0" algn="l" rtl="0">
              <a:lnSpc>
                <a:spcPct val="90000"/>
              </a:lnSpc>
              <a:spcBef>
                <a:spcPts val="0"/>
              </a:spcBef>
              <a:spcAft>
                <a:spcPts val="0"/>
              </a:spcAft>
              <a:buSzPts val="1800"/>
              <a:buNone/>
            </a:pPr>
            <a:r>
              <a:rPr lang="en-US" sz="3200">
                <a:solidFill>
                  <a:schemeClr val="dk1"/>
                </a:solidFill>
                <a:latin typeface="Calibri"/>
                <a:ea typeface="Calibri"/>
                <a:cs typeface="Calibri"/>
                <a:sym typeface="Calibri"/>
              </a:rPr>
              <a:t>For example, it is common to use recursion in problems such as tree traversal.</a:t>
            </a:r>
            <a:endParaRPr/>
          </a:p>
          <a:p>
            <a:pPr marL="457200" lvl="0" indent="-228600" algn="l" rtl="0">
              <a:lnSpc>
                <a:spcPct val="90000"/>
              </a:lnSpc>
              <a:spcBef>
                <a:spcPts val="1800"/>
              </a:spcBef>
              <a:spcAft>
                <a:spcPts val="0"/>
              </a:spcAft>
              <a:buSzPts val="1800"/>
              <a:buNone/>
            </a:pPr>
            <a:endParaRPr/>
          </a:p>
        </p:txBody>
      </p:sp>
      <p:sp>
        <p:nvSpPr>
          <p:cNvPr id="397" name="Google Shape;397;p7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75"/>
              <a:buNone/>
            </a:pPr>
            <a:fld id="{00000000-1234-1234-1234-123412341234}" type="slidenum">
              <a:rPr lang="en-US"/>
              <a:pPr marL="0" lvl="0" indent="0" algn="r" rtl="0">
                <a:lnSpc>
                  <a:spcPct val="100000"/>
                </a:lnSpc>
                <a:spcBef>
                  <a:spcPts val="0"/>
                </a:spcBef>
                <a:spcAft>
                  <a:spcPts val="0"/>
                </a:spcAft>
                <a:buSzPts val="1575"/>
                <a:buNone/>
              </a:pPr>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71"/>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endParaRPr/>
          </a:p>
        </p:txBody>
      </p:sp>
      <p:sp>
        <p:nvSpPr>
          <p:cNvPr id="403" name="Google Shape;403;p71"/>
          <p:cNvSpPr txBox="1">
            <a:spLocks noGrp="1"/>
          </p:cNvSpPr>
          <p:nvPr>
            <p:ph type="body" idx="1"/>
          </p:nvPr>
        </p:nvSpPr>
        <p:spPr>
          <a:xfrm>
            <a:off x="1645919" y="2768601"/>
            <a:ext cx="740664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404" name="Google Shape;404;p71"/>
          <p:cNvSpPr txBox="1">
            <a:spLocks noGrp="1"/>
          </p:cNvSpPr>
          <p:nvPr>
            <p:ph type="body" idx="2"/>
          </p:nvPr>
        </p:nvSpPr>
        <p:spPr>
          <a:xfrm>
            <a:off x="9326880" y="2768603"/>
            <a:ext cx="740664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None/>
            </a:pPr>
            <a:endParaRPr/>
          </a:p>
        </p:txBody>
      </p:sp>
      <p:sp>
        <p:nvSpPr>
          <p:cNvPr id="405" name="Google Shape;405;p71"/>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575"/>
              <a:buNone/>
            </a:pPr>
            <a:fld id="{00000000-1234-1234-1234-123412341234}" type="slidenum">
              <a:rPr lang="en-US"/>
              <a:pPr marL="0" lvl="0" indent="0" algn="r" rtl="0">
                <a:lnSpc>
                  <a:spcPct val="100000"/>
                </a:lnSpc>
                <a:spcBef>
                  <a:spcPts val="0"/>
                </a:spcBef>
                <a:spcAft>
                  <a:spcPts val="0"/>
                </a:spcAft>
                <a:buSzPts val="1575"/>
                <a:buNone/>
              </a:pPr>
              <a:t>35</a:t>
            </a:fld>
            <a:endParaRPr/>
          </a:p>
        </p:txBody>
      </p:sp>
      <p:pic>
        <p:nvPicPr>
          <p:cNvPr id="406" name="Google Shape;406;p71"/>
          <p:cNvPicPr preferRelativeResize="0">
            <a:picLocks noGrp="1"/>
          </p:cNvPicPr>
          <p:nvPr>
            <p:ph type="body" idx="1"/>
          </p:nvPr>
        </p:nvPicPr>
        <p:blipFill rotWithShape="1">
          <a:blip r:embed="rId3">
            <a:alphaModFix/>
          </a:blip>
          <a:srcRect/>
          <a:stretch/>
        </p:blipFill>
        <p:spPr>
          <a:xfrm>
            <a:off x="-1" y="11155"/>
            <a:ext cx="9235444" cy="7510521"/>
          </a:xfrm>
          <a:prstGeom prst="rect">
            <a:avLst/>
          </a:prstGeom>
          <a:noFill/>
          <a:ln>
            <a:noFill/>
          </a:ln>
        </p:spPr>
      </p:pic>
      <p:pic>
        <p:nvPicPr>
          <p:cNvPr id="407" name="Google Shape;407;p71"/>
          <p:cNvPicPr preferRelativeResize="0"/>
          <p:nvPr/>
        </p:nvPicPr>
        <p:blipFill rotWithShape="1">
          <a:blip r:embed="rId4">
            <a:alphaModFix/>
          </a:blip>
          <a:srcRect/>
          <a:stretch/>
        </p:blipFill>
        <p:spPr>
          <a:xfrm>
            <a:off x="175416" y="7521676"/>
            <a:ext cx="6948055" cy="2521976"/>
          </a:xfrm>
          <a:prstGeom prst="rect">
            <a:avLst/>
          </a:prstGeom>
          <a:noFill/>
          <a:ln>
            <a:noFill/>
          </a:ln>
        </p:spPr>
      </p:pic>
      <p:pic>
        <p:nvPicPr>
          <p:cNvPr id="408" name="Google Shape;408;p71" descr="Calculation of sum of natural number using recursion"/>
          <p:cNvPicPr preferRelativeResize="0"/>
          <p:nvPr/>
        </p:nvPicPr>
        <p:blipFill rotWithShape="1">
          <a:blip r:embed="rId5">
            <a:alphaModFix/>
          </a:blip>
          <a:srcRect/>
          <a:stretch/>
        </p:blipFill>
        <p:spPr>
          <a:xfrm>
            <a:off x="9326879" y="162232"/>
            <a:ext cx="5967197" cy="9144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8"/>
                                        </p:tgtEl>
                                        <p:attrNameLst>
                                          <p:attrName>style.visibility</p:attrName>
                                        </p:attrNameLst>
                                      </p:cBhvr>
                                      <p:to>
                                        <p:strVal val="visible"/>
                                      </p:to>
                                    </p:set>
                                    <p:animEffect transition="in" filter="fade">
                                      <p:cBhvr>
                                        <p:cTn id="7" dur="1000"/>
                                        <p:tgtEl>
                                          <p:spTgt spid="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72"/>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a:t>Calculation of Factorial</a:t>
            </a:r>
            <a:endParaRPr/>
          </a:p>
        </p:txBody>
      </p:sp>
      <p:sp>
        <p:nvSpPr>
          <p:cNvPr id="414" name="Google Shape;414;p72"/>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342900" lvl="0" indent="-342900" algn="l" rtl="0">
              <a:lnSpc>
                <a:spcPct val="90000"/>
              </a:lnSpc>
              <a:spcBef>
                <a:spcPts val="0"/>
              </a:spcBef>
              <a:spcAft>
                <a:spcPts val="0"/>
              </a:spcAft>
              <a:buClr>
                <a:schemeClr val="dk1"/>
              </a:buClr>
              <a:buSzPts val="3000"/>
              <a:buChar char="•"/>
            </a:pPr>
            <a:r>
              <a:rPr lang="en-US"/>
              <a:t>Factorial of ‘n’ is given by </a:t>
            </a:r>
            <a:endParaRPr/>
          </a:p>
          <a:p>
            <a:pPr marL="0" lvl="0" indent="0" algn="l" rtl="0">
              <a:lnSpc>
                <a:spcPct val="90000"/>
              </a:lnSpc>
              <a:spcBef>
                <a:spcPts val="544"/>
              </a:spcBef>
              <a:spcAft>
                <a:spcPts val="0"/>
              </a:spcAft>
              <a:buClr>
                <a:schemeClr val="dk1"/>
              </a:buClr>
              <a:buSzPts val="3000"/>
              <a:buNone/>
            </a:pPr>
            <a:r>
              <a:rPr lang="en-US"/>
              <a:t>                n! = 1*2*3*…….*(n-2)*(n-1)*n.</a:t>
            </a:r>
            <a:endParaRPr/>
          </a:p>
          <a:p>
            <a:pPr marL="342900" lvl="0" indent="-342900" algn="l" rtl="0">
              <a:lnSpc>
                <a:spcPct val="90000"/>
              </a:lnSpc>
              <a:spcBef>
                <a:spcPts val="544"/>
              </a:spcBef>
              <a:spcAft>
                <a:spcPts val="0"/>
              </a:spcAft>
              <a:buClr>
                <a:schemeClr val="dk1"/>
              </a:buClr>
              <a:buSzPts val="3000"/>
              <a:buChar char="•"/>
            </a:pPr>
            <a:r>
              <a:rPr lang="en-US"/>
              <a:t>This can also be written as:</a:t>
            </a:r>
            <a:endParaRPr/>
          </a:p>
          <a:p>
            <a:pPr marL="0" lvl="0" indent="0" algn="l" rtl="0">
              <a:lnSpc>
                <a:spcPct val="90000"/>
              </a:lnSpc>
              <a:spcBef>
                <a:spcPts val="544"/>
              </a:spcBef>
              <a:spcAft>
                <a:spcPts val="0"/>
              </a:spcAft>
              <a:buClr>
                <a:schemeClr val="dk1"/>
              </a:buClr>
              <a:buSzPts val="3000"/>
              <a:buNone/>
            </a:pPr>
            <a:r>
              <a:rPr lang="en-US"/>
              <a:t>                n! = (1*2*3…….*(n-2)*(n-1)) * n</a:t>
            </a:r>
            <a:endParaRPr/>
          </a:p>
          <a:p>
            <a:pPr marL="0" lvl="0" indent="0" algn="l" rtl="0">
              <a:lnSpc>
                <a:spcPct val="90000"/>
              </a:lnSpc>
              <a:spcBef>
                <a:spcPts val="544"/>
              </a:spcBef>
              <a:spcAft>
                <a:spcPts val="0"/>
              </a:spcAft>
              <a:buClr>
                <a:schemeClr val="dk1"/>
              </a:buClr>
              <a:buSzPts val="3000"/>
              <a:buNone/>
            </a:pPr>
            <a:r>
              <a:rPr lang="en-US"/>
              <a:t>                n! = (n-1)! * n</a:t>
            </a:r>
            <a:endParaRPr/>
          </a:p>
          <a:p>
            <a:pPr marL="342900" lvl="0" indent="-342900" algn="l" rtl="0">
              <a:lnSpc>
                <a:spcPct val="90000"/>
              </a:lnSpc>
              <a:spcBef>
                <a:spcPts val="544"/>
              </a:spcBef>
              <a:spcAft>
                <a:spcPts val="0"/>
              </a:spcAft>
              <a:buClr>
                <a:schemeClr val="dk1"/>
              </a:buClr>
              <a:buSzPts val="3000"/>
              <a:buChar char="•"/>
            </a:pPr>
            <a:r>
              <a:rPr lang="en-US"/>
              <a:t>Such a description lends itself naturally to a recursive implementation. Suppose we want to write a function to calculate factorial of ‘n’ which is the parameter, it can actually call itself with parameter (n-1), and multiply the returned value with ‘n’ to get the result.</a:t>
            </a:r>
            <a:endParaRPr/>
          </a:p>
          <a:p>
            <a:pPr marL="457200" lvl="0" indent="-228600" algn="l" rtl="0">
              <a:lnSpc>
                <a:spcPct val="90000"/>
              </a:lnSpc>
              <a:spcBef>
                <a:spcPts val="1800"/>
              </a:spcBef>
              <a:spcAft>
                <a:spcPts val="0"/>
              </a:spcAft>
              <a:buSzPts val="1800"/>
              <a:buNone/>
            </a:pPr>
            <a:endParaRPr/>
          </a:p>
        </p:txBody>
      </p:sp>
      <p:sp>
        <p:nvSpPr>
          <p:cNvPr id="415" name="Google Shape;415;p72"/>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73"/>
          <p:cNvSpPr txBox="1">
            <a:spLocks noGrp="1"/>
          </p:cNvSpPr>
          <p:nvPr>
            <p:ph type="title"/>
          </p:nvPr>
        </p:nvSpPr>
        <p:spPr>
          <a:xfrm>
            <a:off x="1645920" y="353705"/>
            <a:ext cx="15087600" cy="21762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t>Factorial – Recursive implementation</a:t>
            </a:r>
            <a:endParaRPr b="1"/>
          </a:p>
        </p:txBody>
      </p:sp>
      <p:sp>
        <p:nvSpPr>
          <p:cNvPr id="421" name="Google Shape;421;p73"/>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lnSpcReduction="10000"/>
          </a:bodyPr>
          <a:lstStyle/>
          <a:p>
            <a:pPr marL="0" lvl="0" indent="0" algn="l" rtl="0">
              <a:lnSpc>
                <a:spcPct val="90000"/>
              </a:lnSpc>
              <a:spcBef>
                <a:spcPts val="0"/>
              </a:spcBef>
              <a:spcAft>
                <a:spcPts val="0"/>
              </a:spcAft>
              <a:buClr>
                <a:schemeClr val="dk1"/>
              </a:buClr>
              <a:buSzPts val="3000"/>
              <a:buNone/>
            </a:pPr>
            <a:r>
              <a:rPr lang="en-US"/>
              <a:t>int fact(int n)</a:t>
            </a:r>
            <a:endParaRPr/>
          </a:p>
          <a:p>
            <a:pPr marL="0" lvl="0" indent="0" algn="l" rtl="0">
              <a:lnSpc>
                <a:spcPct val="90000"/>
              </a:lnSpc>
              <a:spcBef>
                <a:spcPts val="448"/>
              </a:spcBef>
              <a:spcAft>
                <a:spcPts val="0"/>
              </a:spcAft>
              <a:buClr>
                <a:schemeClr val="dk1"/>
              </a:buClr>
              <a:buSzPts val="3000"/>
              <a:buNone/>
            </a:pPr>
            <a:r>
              <a:rPr lang="en-US"/>
              <a:t>{</a:t>
            </a:r>
            <a:endParaRPr/>
          </a:p>
          <a:p>
            <a:pPr marL="0" lvl="0" indent="0" algn="l" rtl="0">
              <a:lnSpc>
                <a:spcPct val="90000"/>
              </a:lnSpc>
              <a:spcBef>
                <a:spcPts val="448"/>
              </a:spcBef>
              <a:spcAft>
                <a:spcPts val="0"/>
              </a:spcAft>
              <a:buClr>
                <a:schemeClr val="dk1"/>
              </a:buClr>
              <a:buSzPts val="3000"/>
              <a:buNone/>
            </a:pPr>
            <a:r>
              <a:rPr lang="en-US"/>
              <a:t>    if (n == 1) </a:t>
            </a:r>
            <a:endParaRPr/>
          </a:p>
          <a:p>
            <a:pPr marL="0" lvl="0" indent="0" algn="l" rtl="0">
              <a:lnSpc>
                <a:spcPct val="90000"/>
              </a:lnSpc>
              <a:spcBef>
                <a:spcPts val="448"/>
              </a:spcBef>
              <a:spcAft>
                <a:spcPts val="0"/>
              </a:spcAft>
              <a:buClr>
                <a:schemeClr val="dk1"/>
              </a:buClr>
              <a:buSzPts val="3000"/>
              <a:buNone/>
            </a:pPr>
            <a:r>
              <a:rPr lang="en-US"/>
              <a:t>        return 1;</a:t>
            </a:r>
            <a:endParaRPr/>
          </a:p>
          <a:p>
            <a:pPr marL="0" lvl="0" indent="0" algn="l" rtl="0">
              <a:lnSpc>
                <a:spcPct val="90000"/>
              </a:lnSpc>
              <a:spcBef>
                <a:spcPts val="448"/>
              </a:spcBef>
              <a:spcAft>
                <a:spcPts val="0"/>
              </a:spcAft>
              <a:buClr>
                <a:schemeClr val="dk1"/>
              </a:buClr>
              <a:buSzPts val="3000"/>
              <a:buNone/>
            </a:pPr>
            <a:r>
              <a:rPr lang="en-US"/>
              <a:t>    else </a:t>
            </a:r>
            <a:endParaRPr/>
          </a:p>
          <a:p>
            <a:pPr marL="0" lvl="0" indent="0" algn="l" rtl="0">
              <a:lnSpc>
                <a:spcPct val="90000"/>
              </a:lnSpc>
              <a:spcBef>
                <a:spcPts val="448"/>
              </a:spcBef>
              <a:spcAft>
                <a:spcPts val="0"/>
              </a:spcAft>
              <a:buClr>
                <a:schemeClr val="dk1"/>
              </a:buClr>
              <a:buSzPts val="3000"/>
              <a:buNone/>
            </a:pPr>
            <a:r>
              <a:rPr lang="en-US"/>
              <a:t>        return(n * fact(n-1));  /* Recursive call */</a:t>
            </a:r>
            <a:endParaRPr/>
          </a:p>
          <a:p>
            <a:pPr marL="0" lvl="0" indent="0" algn="l" rtl="0">
              <a:lnSpc>
                <a:spcPct val="90000"/>
              </a:lnSpc>
              <a:spcBef>
                <a:spcPts val="448"/>
              </a:spcBef>
              <a:spcAft>
                <a:spcPts val="0"/>
              </a:spcAft>
              <a:buClr>
                <a:schemeClr val="dk1"/>
              </a:buClr>
              <a:buSzPts val="3000"/>
              <a:buNone/>
            </a:pPr>
            <a:r>
              <a:rPr lang="en-US"/>
              <a:t>}</a:t>
            </a:r>
            <a:endParaRPr/>
          </a:p>
          <a:p>
            <a:pPr marL="0" lvl="0" indent="0" algn="l" rtl="0">
              <a:lnSpc>
                <a:spcPct val="90000"/>
              </a:lnSpc>
              <a:spcBef>
                <a:spcPts val="448"/>
              </a:spcBef>
              <a:spcAft>
                <a:spcPts val="0"/>
              </a:spcAft>
              <a:buClr>
                <a:schemeClr val="dk1"/>
              </a:buClr>
              <a:buSzPts val="3000"/>
              <a:buNone/>
            </a:pPr>
            <a:r>
              <a:rPr lang="en-US"/>
              <a:t>int main()</a:t>
            </a:r>
            <a:endParaRPr/>
          </a:p>
          <a:p>
            <a:pPr marL="0" lvl="0" indent="0" algn="l" rtl="0">
              <a:lnSpc>
                <a:spcPct val="90000"/>
              </a:lnSpc>
              <a:spcBef>
                <a:spcPts val="448"/>
              </a:spcBef>
              <a:spcAft>
                <a:spcPts val="0"/>
              </a:spcAft>
              <a:buClr>
                <a:schemeClr val="dk1"/>
              </a:buClr>
              <a:buSzPts val="3000"/>
              <a:buNone/>
            </a:pPr>
            <a:r>
              <a:rPr lang="en-US"/>
              <a:t>{</a:t>
            </a:r>
            <a:endParaRPr/>
          </a:p>
          <a:p>
            <a:pPr marL="0" lvl="0" indent="0" algn="l" rtl="0">
              <a:lnSpc>
                <a:spcPct val="90000"/>
              </a:lnSpc>
              <a:spcBef>
                <a:spcPts val="448"/>
              </a:spcBef>
              <a:spcAft>
                <a:spcPts val="0"/>
              </a:spcAft>
              <a:buClr>
                <a:schemeClr val="dk1"/>
              </a:buClr>
              <a:buSzPts val="3000"/>
              <a:buNone/>
            </a:pPr>
            <a:r>
              <a:rPr lang="en-US"/>
              <a:t>     int x;</a:t>
            </a:r>
            <a:endParaRPr/>
          </a:p>
          <a:p>
            <a:pPr marL="0" lvl="0" indent="0" algn="l" rtl="0">
              <a:lnSpc>
                <a:spcPct val="90000"/>
              </a:lnSpc>
              <a:spcBef>
                <a:spcPts val="448"/>
              </a:spcBef>
              <a:spcAft>
                <a:spcPts val="0"/>
              </a:spcAft>
              <a:buClr>
                <a:schemeClr val="dk1"/>
              </a:buClr>
              <a:buSzPts val="3000"/>
              <a:buNone/>
            </a:pPr>
            <a:r>
              <a:rPr lang="en-US"/>
              <a:t>     scanf(“%d”,&amp;x);</a:t>
            </a:r>
            <a:endParaRPr/>
          </a:p>
          <a:p>
            <a:pPr marL="0" lvl="0" indent="0" algn="l" rtl="0">
              <a:lnSpc>
                <a:spcPct val="90000"/>
              </a:lnSpc>
              <a:spcBef>
                <a:spcPts val="448"/>
              </a:spcBef>
              <a:spcAft>
                <a:spcPts val="0"/>
              </a:spcAft>
              <a:buClr>
                <a:schemeClr val="dk1"/>
              </a:buClr>
              <a:buSzPts val="3000"/>
              <a:buNone/>
            </a:pPr>
            <a:r>
              <a:rPr lang="en-US"/>
              <a:t>     printf(“Factorial of %d = %d \n”,x,fact(x));</a:t>
            </a:r>
            <a:endParaRPr/>
          </a:p>
          <a:p>
            <a:pPr marL="0" lvl="0" indent="0" algn="l" rtl="0">
              <a:lnSpc>
                <a:spcPct val="90000"/>
              </a:lnSpc>
              <a:spcBef>
                <a:spcPts val="448"/>
              </a:spcBef>
              <a:spcAft>
                <a:spcPts val="0"/>
              </a:spcAft>
              <a:buClr>
                <a:schemeClr val="dk1"/>
              </a:buClr>
              <a:buSzPts val="3000"/>
              <a:buNone/>
            </a:pPr>
            <a:r>
              <a:rPr lang="en-US"/>
              <a:t>}</a:t>
            </a:r>
            <a:endParaRPr/>
          </a:p>
          <a:p>
            <a:pPr marL="457200" lvl="0" indent="-228600" algn="l" rtl="0">
              <a:lnSpc>
                <a:spcPct val="90000"/>
              </a:lnSpc>
              <a:spcBef>
                <a:spcPts val="1800"/>
              </a:spcBef>
              <a:spcAft>
                <a:spcPts val="0"/>
              </a:spcAft>
              <a:buSzPts val="1800"/>
              <a:buNone/>
            </a:pPr>
            <a:endParaRPr/>
          </a:p>
        </p:txBody>
      </p:sp>
      <p:sp>
        <p:nvSpPr>
          <p:cNvPr id="422" name="Google Shape;422;p73"/>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4"/>
          <p:cNvSpPr txBox="1">
            <a:spLocks noGrp="1"/>
          </p:cNvSpPr>
          <p:nvPr>
            <p:ph type="title"/>
          </p:nvPr>
        </p:nvSpPr>
        <p:spPr>
          <a:xfrm>
            <a:off x="1757887" y="216689"/>
            <a:ext cx="15087600" cy="11346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Find the Output</a:t>
            </a:r>
            <a:endParaRPr b="1"/>
          </a:p>
        </p:txBody>
      </p:sp>
      <p:sp>
        <p:nvSpPr>
          <p:cNvPr id="428" name="Google Shape;428;p74"/>
          <p:cNvSpPr txBox="1">
            <a:spLocks noGrp="1"/>
          </p:cNvSpPr>
          <p:nvPr>
            <p:ph type="body" idx="1"/>
          </p:nvPr>
        </p:nvSpPr>
        <p:spPr>
          <a:xfrm>
            <a:off x="1645920" y="2631232"/>
            <a:ext cx="15087600" cy="6755363"/>
          </a:xfrm>
          <a:prstGeom prst="rect">
            <a:avLst/>
          </a:prstGeom>
          <a:noFill/>
          <a:ln>
            <a:noFill/>
          </a:ln>
        </p:spPr>
        <p:txBody>
          <a:bodyPr spcFirstLastPara="1" wrap="square" lIns="0" tIns="45700" rIns="0" bIns="45700" anchor="t" anchorCtr="0">
            <a:noAutofit/>
          </a:bodyPr>
          <a:lstStyle/>
          <a:p>
            <a:pPr marL="0" lvl="0" indent="0" algn="l" rtl="0">
              <a:lnSpc>
                <a:spcPct val="70000"/>
              </a:lnSpc>
              <a:spcBef>
                <a:spcPts val="1800"/>
              </a:spcBef>
              <a:spcAft>
                <a:spcPts val="0"/>
              </a:spcAft>
              <a:buClr>
                <a:schemeClr val="dk1"/>
              </a:buClr>
              <a:buSzPts val="1045"/>
              <a:buFont typeface="Arial"/>
              <a:buNone/>
            </a:pPr>
            <a:r>
              <a:rPr lang="en-US" sz="3250"/>
              <a:t>#include &lt;stdio.h&gt;</a:t>
            </a:r>
            <a:endParaRPr sz="3250"/>
          </a:p>
          <a:p>
            <a:pPr marL="0" lvl="0" indent="0" algn="l" rtl="0">
              <a:lnSpc>
                <a:spcPct val="70000"/>
              </a:lnSpc>
              <a:spcBef>
                <a:spcPts val="1800"/>
              </a:spcBef>
              <a:spcAft>
                <a:spcPts val="0"/>
              </a:spcAft>
              <a:buClr>
                <a:schemeClr val="dk1"/>
              </a:buClr>
              <a:buSzPts val="1045"/>
              <a:buFont typeface="Arial"/>
              <a:buNone/>
            </a:pPr>
            <a:r>
              <a:rPr lang="en-US" sz="3250"/>
              <a:t>void func() {</a:t>
            </a:r>
            <a:endParaRPr sz="3250"/>
          </a:p>
          <a:p>
            <a:pPr marL="0" lvl="0" indent="0" algn="l" rtl="0">
              <a:lnSpc>
                <a:spcPct val="70000"/>
              </a:lnSpc>
              <a:spcBef>
                <a:spcPts val="1800"/>
              </a:spcBef>
              <a:spcAft>
                <a:spcPts val="0"/>
              </a:spcAft>
              <a:buClr>
                <a:schemeClr val="dk1"/>
              </a:buClr>
              <a:buSzPts val="1045"/>
              <a:buFont typeface="Arial"/>
              <a:buNone/>
            </a:pPr>
            <a:r>
              <a:rPr lang="en-US" sz="3250"/>
              <a:t>    static int x = 0;</a:t>
            </a:r>
            <a:endParaRPr sz="3250"/>
          </a:p>
          <a:p>
            <a:pPr marL="0" lvl="0" indent="0" algn="l" rtl="0">
              <a:lnSpc>
                <a:spcPct val="70000"/>
              </a:lnSpc>
              <a:spcBef>
                <a:spcPts val="1800"/>
              </a:spcBef>
              <a:spcAft>
                <a:spcPts val="0"/>
              </a:spcAft>
              <a:buClr>
                <a:schemeClr val="dk1"/>
              </a:buClr>
              <a:buSzPts val="1045"/>
              <a:buFont typeface="Arial"/>
              <a:buNone/>
            </a:pPr>
            <a:r>
              <a:rPr lang="en-US" sz="3250"/>
              <a:t>    x++;</a:t>
            </a:r>
            <a:endParaRPr sz="3250"/>
          </a:p>
          <a:p>
            <a:pPr marL="0" lvl="0" indent="0" algn="l" rtl="0">
              <a:lnSpc>
                <a:spcPct val="70000"/>
              </a:lnSpc>
              <a:spcBef>
                <a:spcPts val="1800"/>
              </a:spcBef>
              <a:spcAft>
                <a:spcPts val="0"/>
              </a:spcAft>
              <a:buClr>
                <a:schemeClr val="dk1"/>
              </a:buClr>
              <a:buSzPts val="1045"/>
              <a:buFont typeface="Arial"/>
              <a:buNone/>
            </a:pPr>
            <a:r>
              <a:rPr lang="en-US" sz="3250"/>
              <a:t>    printf("%d ", x);</a:t>
            </a:r>
            <a:endParaRPr sz="3250"/>
          </a:p>
          <a:p>
            <a:pPr marL="0" lvl="0" indent="0" algn="l" rtl="0">
              <a:lnSpc>
                <a:spcPct val="70000"/>
              </a:lnSpc>
              <a:spcBef>
                <a:spcPts val="1800"/>
              </a:spcBef>
              <a:spcAft>
                <a:spcPts val="0"/>
              </a:spcAft>
              <a:buClr>
                <a:schemeClr val="dk1"/>
              </a:buClr>
              <a:buSzPts val="1045"/>
              <a:buFont typeface="Arial"/>
              <a:buNone/>
            </a:pPr>
            <a:r>
              <a:rPr lang="en-US" sz="3250"/>
              <a:t>}</a:t>
            </a:r>
            <a:endParaRPr sz="3250"/>
          </a:p>
          <a:p>
            <a:pPr marL="0" lvl="0" indent="0" algn="l" rtl="0">
              <a:lnSpc>
                <a:spcPct val="70000"/>
              </a:lnSpc>
              <a:spcBef>
                <a:spcPts val="1800"/>
              </a:spcBef>
              <a:spcAft>
                <a:spcPts val="0"/>
              </a:spcAft>
              <a:buClr>
                <a:schemeClr val="dk1"/>
              </a:buClr>
              <a:buSzPts val="1045"/>
              <a:buFont typeface="Arial"/>
              <a:buNone/>
            </a:pPr>
            <a:r>
              <a:rPr lang="en-US" sz="3250"/>
              <a:t>int main() {</a:t>
            </a:r>
            <a:endParaRPr sz="3250"/>
          </a:p>
          <a:p>
            <a:pPr marL="0" lvl="0" indent="0" algn="l" rtl="0">
              <a:lnSpc>
                <a:spcPct val="70000"/>
              </a:lnSpc>
              <a:spcBef>
                <a:spcPts val="1800"/>
              </a:spcBef>
              <a:spcAft>
                <a:spcPts val="0"/>
              </a:spcAft>
              <a:buClr>
                <a:schemeClr val="dk1"/>
              </a:buClr>
              <a:buSzPts val="1045"/>
              <a:buFont typeface="Arial"/>
              <a:buNone/>
            </a:pPr>
            <a:r>
              <a:rPr lang="en-US" sz="3250"/>
              <a:t>    func();</a:t>
            </a:r>
            <a:endParaRPr sz="3250"/>
          </a:p>
          <a:p>
            <a:pPr marL="0" lvl="0" indent="0" algn="l" rtl="0">
              <a:lnSpc>
                <a:spcPct val="70000"/>
              </a:lnSpc>
              <a:spcBef>
                <a:spcPts val="1800"/>
              </a:spcBef>
              <a:spcAft>
                <a:spcPts val="0"/>
              </a:spcAft>
              <a:buClr>
                <a:schemeClr val="dk1"/>
              </a:buClr>
              <a:buSzPts val="1045"/>
              <a:buFont typeface="Arial"/>
              <a:buNone/>
            </a:pPr>
            <a:r>
              <a:rPr lang="en-US" sz="3250"/>
              <a:t>    func();</a:t>
            </a:r>
            <a:endParaRPr sz="3250"/>
          </a:p>
          <a:p>
            <a:pPr marL="0" lvl="0" indent="0" algn="l" rtl="0">
              <a:lnSpc>
                <a:spcPct val="70000"/>
              </a:lnSpc>
              <a:spcBef>
                <a:spcPts val="1800"/>
              </a:spcBef>
              <a:spcAft>
                <a:spcPts val="0"/>
              </a:spcAft>
              <a:buClr>
                <a:schemeClr val="dk1"/>
              </a:buClr>
              <a:buSzPts val="1045"/>
              <a:buFont typeface="Arial"/>
              <a:buNone/>
            </a:pPr>
            <a:r>
              <a:rPr lang="en-US" sz="3250"/>
              <a:t>    func();</a:t>
            </a:r>
            <a:endParaRPr sz="3250"/>
          </a:p>
          <a:p>
            <a:pPr marL="0" lvl="0" indent="0" algn="l" rtl="0">
              <a:lnSpc>
                <a:spcPct val="70000"/>
              </a:lnSpc>
              <a:spcBef>
                <a:spcPts val="1800"/>
              </a:spcBef>
              <a:spcAft>
                <a:spcPts val="0"/>
              </a:spcAft>
              <a:buClr>
                <a:schemeClr val="dk1"/>
              </a:buClr>
              <a:buSzPts val="1045"/>
              <a:buFont typeface="Arial"/>
              <a:buNone/>
            </a:pPr>
            <a:r>
              <a:rPr lang="en-US" sz="3250"/>
              <a:t>    return 0;</a:t>
            </a:r>
            <a:endParaRPr sz="3250"/>
          </a:p>
          <a:p>
            <a:pPr marL="0" lvl="0" indent="0" algn="l" rtl="0">
              <a:lnSpc>
                <a:spcPct val="70000"/>
              </a:lnSpc>
              <a:spcBef>
                <a:spcPts val="1800"/>
              </a:spcBef>
              <a:spcAft>
                <a:spcPts val="0"/>
              </a:spcAft>
              <a:buClr>
                <a:schemeClr val="dk1"/>
              </a:buClr>
              <a:buSzPts val="1045"/>
              <a:buFont typeface="Arial"/>
              <a:buNone/>
            </a:pPr>
            <a:r>
              <a:rPr lang="en-US" sz="3250"/>
              <a:t>}</a:t>
            </a:r>
            <a:endParaRPr sz="3250"/>
          </a:p>
        </p:txBody>
      </p:sp>
      <p:sp>
        <p:nvSpPr>
          <p:cNvPr id="429" name="Google Shape;429;p74"/>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38</a:t>
            </a:fld>
            <a:endParaRPr/>
          </a:p>
        </p:txBody>
      </p:sp>
      <p:sp>
        <p:nvSpPr>
          <p:cNvPr id="430" name="Google Shape;430;p74"/>
          <p:cNvSpPr txBox="1"/>
          <p:nvPr/>
        </p:nvSpPr>
        <p:spPr>
          <a:xfrm>
            <a:off x="1645925" y="1807675"/>
            <a:ext cx="11557500" cy="66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700"/>
              <a:buFont typeface="Arial"/>
              <a:buNone/>
            </a:pPr>
            <a:r>
              <a:rPr lang="en-US" sz="3700" b="1" i="0" u="none" strike="noStrike" cap="none">
                <a:solidFill>
                  <a:srgbClr val="C00000"/>
                </a:solidFill>
                <a:latin typeface="Calibri"/>
                <a:ea typeface="Calibri"/>
                <a:cs typeface="Calibri"/>
                <a:sym typeface="Calibri"/>
              </a:rPr>
              <a:t>What will be the output of this Code Snipet.</a:t>
            </a:r>
            <a:endParaRPr sz="3700" b="1" i="0" u="none" strike="noStrike" cap="none">
              <a:solidFill>
                <a:srgbClr val="C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g34f521a9bd3_0_25"/>
          <p:cNvSpPr txBox="1">
            <a:spLocks noGrp="1"/>
          </p:cNvSpPr>
          <p:nvPr>
            <p:ph type="title"/>
          </p:nvPr>
        </p:nvSpPr>
        <p:spPr>
          <a:xfrm>
            <a:off x="1757887" y="216689"/>
            <a:ext cx="15087600" cy="11346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8000"/>
              <a:buFont typeface="Calibri"/>
              <a:buNone/>
            </a:pPr>
            <a:r>
              <a:rPr lang="en-US" b="1"/>
              <a:t>MCQs</a:t>
            </a:r>
            <a:endParaRPr b="1"/>
          </a:p>
        </p:txBody>
      </p:sp>
      <p:sp>
        <p:nvSpPr>
          <p:cNvPr id="436" name="Google Shape;436;g34f521a9bd3_0_25"/>
          <p:cNvSpPr txBox="1">
            <a:spLocks noGrp="1"/>
          </p:cNvSpPr>
          <p:nvPr>
            <p:ph type="body" idx="1"/>
          </p:nvPr>
        </p:nvSpPr>
        <p:spPr>
          <a:xfrm>
            <a:off x="1938125" y="2631225"/>
            <a:ext cx="14795400" cy="6755400"/>
          </a:xfrm>
          <a:prstGeom prst="rect">
            <a:avLst/>
          </a:prstGeom>
          <a:noFill/>
          <a:ln>
            <a:noFill/>
          </a:ln>
        </p:spPr>
        <p:txBody>
          <a:bodyPr spcFirstLastPara="1" wrap="square" lIns="0" tIns="45700" rIns="0" bIns="45700" anchor="t" anchorCtr="0">
            <a:noAutofit/>
          </a:bodyPr>
          <a:lstStyle/>
          <a:p>
            <a:pPr marL="0" lvl="0" indent="0" algn="l" rtl="0">
              <a:lnSpc>
                <a:spcPct val="70000"/>
              </a:lnSpc>
              <a:spcBef>
                <a:spcPts val="1800"/>
              </a:spcBef>
              <a:spcAft>
                <a:spcPts val="0"/>
              </a:spcAft>
              <a:buSzPts val="1045"/>
              <a:buNone/>
            </a:pPr>
            <a:r>
              <a:rPr lang="en-US" sz="4450" b="1">
                <a:solidFill>
                  <a:srgbClr val="C00000"/>
                </a:solidFill>
              </a:rPr>
              <a:t>What is the default return types of a function ?</a:t>
            </a:r>
            <a:endParaRPr sz="4450" b="1">
              <a:solidFill>
                <a:srgbClr val="C00000"/>
              </a:solidFill>
            </a:endParaRPr>
          </a:p>
          <a:p>
            <a:pPr marL="457200" lvl="0" indent="-457200" algn="l" rtl="0">
              <a:lnSpc>
                <a:spcPct val="70000"/>
              </a:lnSpc>
              <a:spcBef>
                <a:spcPts val="1800"/>
              </a:spcBef>
              <a:spcAft>
                <a:spcPts val="0"/>
              </a:spcAft>
              <a:buSzPts val="4450"/>
              <a:buAutoNum type="alphaLcParenR"/>
            </a:pPr>
            <a:r>
              <a:rPr lang="en-US" sz="4450"/>
              <a:t>void		</a:t>
            </a:r>
            <a:endParaRPr sz="4450"/>
          </a:p>
          <a:p>
            <a:pPr marL="457200" lvl="0" indent="-457200" algn="l" rtl="0">
              <a:lnSpc>
                <a:spcPct val="70000"/>
              </a:lnSpc>
              <a:spcBef>
                <a:spcPts val="0"/>
              </a:spcBef>
              <a:spcAft>
                <a:spcPts val="0"/>
              </a:spcAft>
              <a:buSzPts val="4450"/>
              <a:buAutoNum type="alphaLcParenR"/>
            </a:pPr>
            <a:r>
              <a:rPr lang="en-US" sz="4450" i="1"/>
              <a:t>int</a:t>
            </a:r>
            <a:endParaRPr sz="4450" i="1"/>
          </a:p>
          <a:p>
            <a:pPr marL="457200" lvl="0" indent="-457200" algn="l" rtl="0">
              <a:lnSpc>
                <a:spcPct val="70000"/>
              </a:lnSpc>
              <a:spcBef>
                <a:spcPts val="0"/>
              </a:spcBef>
              <a:spcAft>
                <a:spcPts val="0"/>
              </a:spcAft>
              <a:buSzPts val="4450"/>
              <a:buAutoNum type="alphaLcParenR"/>
            </a:pPr>
            <a:r>
              <a:rPr lang="en-US" sz="4450"/>
              <a:t>char</a:t>
            </a:r>
            <a:endParaRPr sz="4450"/>
          </a:p>
          <a:p>
            <a:pPr marL="457200" lvl="0" indent="-457200" algn="l" rtl="0">
              <a:lnSpc>
                <a:spcPct val="70000"/>
              </a:lnSpc>
              <a:spcBef>
                <a:spcPts val="0"/>
              </a:spcBef>
              <a:spcAft>
                <a:spcPts val="0"/>
              </a:spcAft>
              <a:buSzPts val="4450"/>
              <a:buAutoNum type="alphaLcParenR"/>
            </a:pPr>
            <a:r>
              <a:rPr lang="en-US" sz="4450"/>
              <a:t>boolean</a:t>
            </a:r>
            <a:endParaRPr sz="4450"/>
          </a:p>
          <a:p>
            <a:pPr marL="0" lvl="0" indent="0" algn="l" rtl="0">
              <a:lnSpc>
                <a:spcPct val="70000"/>
              </a:lnSpc>
              <a:spcBef>
                <a:spcPts val="1800"/>
              </a:spcBef>
              <a:spcAft>
                <a:spcPts val="0"/>
              </a:spcAft>
              <a:buSzPts val="1800"/>
              <a:buNone/>
            </a:pPr>
            <a:endParaRPr sz="4450"/>
          </a:p>
          <a:p>
            <a:pPr marL="0" lvl="0" indent="0" algn="l" rtl="0">
              <a:lnSpc>
                <a:spcPct val="70000"/>
              </a:lnSpc>
              <a:spcBef>
                <a:spcPts val="1800"/>
              </a:spcBef>
              <a:spcAft>
                <a:spcPts val="0"/>
              </a:spcAft>
              <a:buSzPts val="1800"/>
              <a:buNone/>
            </a:pPr>
            <a:r>
              <a:rPr lang="en-US" sz="4450" b="1">
                <a:solidFill>
                  <a:srgbClr val="C00000"/>
                </a:solidFill>
              </a:rPr>
              <a:t>Which of the following is a correct function declaration</a:t>
            </a:r>
            <a:r>
              <a:rPr lang="en-US" sz="4450"/>
              <a:t>?</a:t>
            </a:r>
            <a:endParaRPr sz="4450"/>
          </a:p>
          <a:p>
            <a:pPr marL="457200" lvl="0" indent="-457200" algn="l" rtl="0">
              <a:lnSpc>
                <a:spcPct val="70000"/>
              </a:lnSpc>
              <a:spcBef>
                <a:spcPts val="1800"/>
              </a:spcBef>
              <a:spcAft>
                <a:spcPts val="0"/>
              </a:spcAft>
              <a:buSzPts val="4450"/>
              <a:buAutoNum type="alphaLcPeriod"/>
            </a:pPr>
            <a:r>
              <a:rPr lang="en-US" sz="4450" i="1"/>
              <a:t>void func(int a);</a:t>
            </a:r>
            <a:endParaRPr sz="4450" i="1"/>
          </a:p>
          <a:p>
            <a:pPr marL="457200" lvl="0" indent="-457200" algn="l" rtl="0">
              <a:lnSpc>
                <a:spcPct val="70000"/>
              </a:lnSpc>
              <a:spcBef>
                <a:spcPts val="0"/>
              </a:spcBef>
              <a:spcAft>
                <a:spcPts val="0"/>
              </a:spcAft>
              <a:buSzPts val="4450"/>
              <a:buAutoNum type="alphaLcPeriod"/>
            </a:pPr>
            <a:r>
              <a:rPr lang="en-US" sz="4450"/>
              <a:t>func void(int a);</a:t>
            </a:r>
            <a:endParaRPr sz="4450"/>
          </a:p>
          <a:p>
            <a:pPr marL="457200" lvl="0" indent="-457200" algn="l" rtl="0">
              <a:lnSpc>
                <a:spcPct val="70000"/>
              </a:lnSpc>
              <a:spcBef>
                <a:spcPts val="0"/>
              </a:spcBef>
              <a:spcAft>
                <a:spcPts val="0"/>
              </a:spcAft>
              <a:buSzPts val="4450"/>
              <a:buAutoNum type="alphaLcPeriod"/>
            </a:pPr>
            <a:r>
              <a:rPr lang="en-US" sz="4450"/>
              <a:t>int func(a int);</a:t>
            </a:r>
            <a:endParaRPr sz="4450"/>
          </a:p>
          <a:p>
            <a:pPr marL="457200" lvl="0" indent="-457200" algn="l" rtl="0">
              <a:lnSpc>
                <a:spcPct val="70000"/>
              </a:lnSpc>
              <a:spcBef>
                <a:spcPts val="0"/>
              </a:spcBef>
              <a:spcAft>
                <a:spcPts val="0"/>
              </a:spcAft>
              <a:buSzPts val="4450"/>
              <a:buAutoNum type="alphaLcPeriod"/>
            </a:pPr>
            <a:r>
              <a:rPr lang="en-US" sz="4450"/>
              <a:t>None of the above</a:t>
            </a:r>
            <a:endParaRPr sz="4450"/>
          </a:p>
          <a:p>
            <a:pPr marL="0" lvl="0" indent="0" algn="l" rtl="0">
              <a:lnSpc>
                <a:spcPct val="70000"/>
              </a:lnSpc>
              <a:spcBef>
                <a:spcPts val="1800"/>
              </a:spcBef>
              <a:spcAft>
                <a:spcPts val="0"/>
              </a:spcAft>
              <a:buClr>
                <a:schemeClr val="dk1"/>
              </a:buClr>
              <a:buSzPts val="1100"/>
              <a:buFont typeface="Arial"/>
              <a:buNone/>
            </a:pPr>
            <a:endParaRPr sz="3750"/>
          </a:p>
          <a:p>
            <a:pPr marL="0" lvl="0" indent="0" algn="l" rtl="0">
              <a:lnSpc>
                <a:spcPct val="70000"/>
              </a:lnSpc>
              <a:spcBef>
                <a:spcPts val="1800"/>
              </a:spcBef>
              <a:spcAft>
                <a:spcPts val="0"/>
              </a:spcAft>
              <a:buSzPts val="1800"/>
              <a:buNone/>
            </a:pPr>
            <a:endParaRPr sz="3750"/>
          </a:p>
          <a:p>
            <a:pPr marL="0" lvl="0" indent="0" algn="l" rtl="0">
              <a:lnSpc>
                <a:spcPct val="70000"/>
              </a:lnSpc>
              <a:spcBef>
                <a:spcPts val="1800"/>
              </a:spcBef>
              <a:spcAft>
                <a:spcPts val="0"/>
              </a:spcAft>
              <a:buSzPts val="1045"/>
              <a:buNone/>
            </a:pPr>
            <a:endParaRPr sz="3250"/>
          </a:p>
        </p:txBody>
      </p:sp>
      <p:sp>
        <p:nvSpPr>
          <p:cNvPr id="437" name="Google Shape;437;g34f521a9bd3_0_25"/>
          <p:cNvSpPr txBox="1">
            <a:spLocks noGrp="1"/>
          </p:cNvSpPr>
          <p:nvPr>
            <p:ph type="sldNum" idx="12"/>
          </p:nvPr>
        </p:nvSpPr>
        <p:spPr>
          <a:xfrm>
            <a:off x="14850688" y="9689678"/>
            <a:ext cx="1968000" cy="547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g34f521a9bd3_0_34"/>
          <p:cNvSpPr txBox="1">
            <a:spLocks noGrp="1"/>
          </p:cNvSpPr>
          <p:nvPr>
            <p:ph type="body" idx="1"/>
          </p:nvPr>
        </p:nvSpPr>
        <p:spPr>
          <a:xfrm>
            <a:off x="1086845" y="1958226"/>
            <a:ext cx="15087600" cy="6035100"/>
          </a:xfrm>
          <a:prstGeom prst="rect">
            <a:avLst/>
          </a:prstGeom>
          <a:noFill/>
          <a:ln>
            <a:noFill/>
          </a:ln>
        </p:spPr>
        <p:txBody>
          <a:bodyPr spcFirstLastPara="1" wrap="square" lIns="0" tIns="45700" rIns="0" bIns="45700" anchor="t" anchorCtr="0">
            <a:normAutofit fontScale="92500" lnSpcReduction="20000"/>
          </a:bodyPr>
          <a:lstStyle/>
          <a:p>
            <a:pPr marL="0" marR="0" lvl="0" indent="0" algn="l" rtl="0">
              <a:lnSpc>
                <a:spcPct val="70000"/>
              </a:lnSpc>
              <a:spcBef>
                <a:spcPts val="1800"/>
              </a:spcBef>
              <a:spcAft>
                <a:spcPts val="0"/>
              </a:spcAft>
              <a:buClr>
                <a:srgbClr val="000000"/>
              </a:buClr>
              <a:buSzPts val="967"/>
              <a:buFont typeface="Arial"/>
              <a:buNone/>
            </a:pPr>
            <a:r>
              <a:rPr lang="en-US" sz="4450" b="1">
                <a:solidFill>
                  <a:srgbClr val="C00000"/>
                </a:solidFill>
              </a:rPr>
              <a:t> What is the scope of a variable declared inside a function?</a:t>
            </a:r>
            <a:endParaRPr sz="4450" b="1">
              <a:solidFill>
                <a:srgbClr val="C00000"/>
              </a:solidFill>
            </a:endParaRPr>
          </a:p>
          <a:p>
            <a:pPr marL="457200" lvl="0" indent="-451801" algn="l" rtl="0">
              <a:lnSpc>
                <a:spcPct val="90000"/>
              </a:lnSpc>
              <a:spcBef>
                <a:spcPts val="1800"/>
              </a:spcBef>
              <a:spcAft>
                <a:spcPts val="0"/>
              </a:spcAft>
              <a:buSzPct val="100000"/>
              <a:buAutoNum type="alphaLcPeriod"/>
            </a:pPr>
            <a:r>
              <a:rPr lang="en-US" sz="3800"/>
              <a:t>Global</a:t>
            </a:r>
            <a:endParaRPr sz="3800"/>
          </a:p>
          <a:p>
            <a:pPr marL="457200" lvl="0" indent="-451801" algn="l" rtl="0">
              <a:lnSpc>
                <a:spcPct val="90000"/>
              </a:lnSpc>
              <a:spcBef>
                <a:spcPts val="0"/>
              </a:spcBef>
              <a:spcAft>
                <a:spcPts val="0"/>
              </a:spcAft>
              <a:buSzPct val="100000"/>
              <a:buAutoNum type="alphaLcPeriod"/>
            </a:pPr>
            <a:r>
              <a:rPr lang="en-US" sz="3800" i="1"/>
              <a:t>Local</a:t>
            </a:r>
            <a:endParaRPr sz="3800" i="1"/>
          </a:p>
          <a:p>
            <a:pPr marL="457200" lvl="0" indent="-451801" algn="l" rtl="0">
              <a:lnSpc>
                <a:spcPct val="90000"/>
              </a:lnSpc>
              <a:spcBef>
                <a:spcPts val="0"/>
              </a:spcBef>
              <a:spcAft>
                <a:spcPts val="0"/>
              </a:spcAft>
              <a:buSzPct val="100000"/>
              <a:buAutoNum type="alphaLcPeriod"/>
            </a:pPr>
            <a:r>
              <a:rPr lang="en-US" sz="3800"/>
              <a:t>Static</a:t>
            </a:r>
            <a:endParaRPr sz="3800"/>
          </a:p>
          <a:p>
            <a:pPr marL="457200" lvl="0" indent="-451801" algn="l" rtl="0">
              <a:lnSpc>
                <a:spcPct val="90000"/>
              </a:lnSpc>
              <a:spcBef>
                <a:spcPts val="0"/>
              </a:spcBef>
              <a:spcAft>
                <a:spcPts val="0"/>
              </a:spcAft>
              <a:buSzPct val="100000"/>
              <a:buAutoNum type="alphaLcPeriod"/>
            </a:pPr>
            <a:r>
              <a:rPr lang="en-US" sz="3800"/>
              <a:t>None of the above</a:t>
            </a:r>
            <a:endParaRPr sz="3800"/>
          </a:p>
          <a:p>
            <a:pPr marL="0" lvl="0" indent="0" algn="l" rtl="0">
              <a:lnSpc>
                <a:spcPct val="90000"/>
              </a:lnSpc>
              <a:spcBef>
                <a:spcPts val="1800"/>
              </a:spcBef>
              <a:spcAft>
                <a:spcPts val="0"/>
              </a:spcAft>
              <a:buSzPct val="55598"/>
              <a:buNone/>
            </a:pPr>
            <a:endParaRPr sz="3500"/>
          </a:p>
          <a:p>
            <a:pPr marL="0" lvl="0" indent="0" algn="l" rtl="0">
              <a:lnSpc>
                <a:spcPct val="90000"/>
              </a:lnSpc>
              <a:spcBef>
                <a:spcPts val="1800"/>
              </a:spcBef>
              <a:spcAft>
                <a:spcPts val="0"/>
              </a:spcAft>
              <a:buSzPct val="43729"/>
              <a:buNone/>
            </a:pPr>
            <a:r>
              <a:rPr lang="en-US" sz="4450" b="1">
                <a:solidFill>
                  <a:srgbClr val="C00000"/>
                </a:solidFill>
              </a:rPr>
              <a:t>Which of the following is a valid way to pass arguments to a function in C?</a:t>
            </a:r>
            <a:endParaRPr sz="4450" b="1">
              <a:solidFill>
                <a:srgbClr val="C00000"/>
              </a:solidFill>
            </a:endParaRPr>
          </a:p>
          <a:p>
            <a:pPr marL="457200" lvl="0" indent="-446324" algn="l" rtl="0">
              <a:lnSpc>
                <a:spcPct val="90000"/>
              </a:lnSpc>
              <a:spcBef>
                <a:spcPts val="1800"/>
              </a:spcBef>
              <a:spcAft>
                <a:spcPts val="0"/>
              </a:spcAft>
              <a:buSzPct val="100000"/>
              <a:buAutoNum type="alphaLcPeriod"/>
            </a:pPr>
            <a:r>
              <a:rPr lang="en-US" sz="3706"/>
              <a:t>Pass by value</a:t>
            </a:r>
            <a:endParaRPr sz="3706"/>
          </a:p>
          <a:p>
            <a:pPr marL="457200" lvl="0" indent="-446324" algn="l" rtl="0">
              <a:lnSpc>
                <a:spcPct val="90000"/>
              </a:lnSpc>
              <a:spcBef>
                <a:spcPts val="0"/>
              </a:spcBef>
              <a:spcAft>
                <a:spcPts val="0"/>
              </a:spcAft>
              <a:buSzPct val="100000"/>
              <a:buAutoNum type="alphaLcPeriod"/>
            </a:pPr>
            <a:r>
              <a:rPr lang="en-US" sz="3706"/>
              <a:t>Pass by reference</a:t>
            </a:r>
            <a:endParaRPr sz="3706"/>
          </a:p>
          <a:p>
            <a:pPr marL="457200" lvl="0" indent="-446324" algn="l" rtl="0">
              <a:lnSpc>
                <a:spcPct val="90000"/>
              </a:lnSpc>
              <a:spcBef>
                <a:spcPts val="0"/>
              </a:spcBef>
              <a:spcAft>
                <a:spcPts val="0"/>
              </a:spcAft>
              <a:buSzPct val="100000"/>
              <a:buAutoNum type="alphaLcPeriod"/>
            </a:pPr>
            <a:r>
              <a:rPr lang="en-US" sz="3706" i="1"/>
              <a:t>Both a and b</a:t>
            </a:r>
            <a:endParaRPr sz="3706" i="1"/>
          </a:p>
          <a:p>
            <a:pPr marL="457200" lvl="0" indent="-446324" algn="l" rtl="0">
              <a:lnSpc>
                <a:spcPct val="90000"/>
              </a:lnSpc>
              <a:spcBef>
                <a:spcPts val="0"/>
              </a:spcBef>
              <a:spcAft>
                <a:spcPts val="0"/>
              </a:spcAft>
              <a:buSzPct val="100000"/>
              <a:buAutoNum type="alphaLcPeriod"/>
            </a:pPr>
            <a:r>
              <a:rPr lang="en-US" sz="3706"/>
              <a:t>None of the above</a:t>
            </a:r>
            <a:endParaRPr sz="3706"/>
          </a:p>
          <a:p>
            <a:pPr marL="0" lvl="0" indent="0" algn="l" rtl="0">
              <a:lnSpc>
                <a:spcPct val="90000"/>
              </a:lnSpc>
              <a:spcBef>
                <a:spcPts val="1800"/>
              </a:spcBef>
              <a:spcAft>
                <a:spcPts val="0"/>
              </a:spcAft>
              <a:buSzPct val="64864"/>
              <a:buNone/>
            </a:pPr>
            <a:endParaRPr/>
          </a:p>
        </p:txBody>
      </p:sp>
      <p:sp>
        <p:nvSpPr>
          <p:cNvPr id="444" name="Google Shape;444;g34f521a9bd3_0_34"/>
          <p:cNvSpPr txBox="1">
            <a:spLocks noGrp="1"/>
          </p:cNvSpPr>
          <p:nvPr>
            <p:ph type="sldNum" idx="12"/>
          </p:nvPr>
        </p:nvSpPr>
        <p:spPr>
          <a:xfrm>
            <a:off x="14850688" y="9689678"/>
            <a:ext cx="1968000" cy="5478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800"/>
              <a:buFont typeface="Arial"/>
              <a:buNone/>
            </a:pPr>
            <a:fld id="{00000000-1234-1234-1234-123412341234}" type="slidenum">
              <a:rPr lang="en-US"/>
              <a:pPr marL="0" lvl="0" indent="0" algn="r" rtl="0">
                <a:lnSpc>
                  <a:spcPct val="100000"/>
                </a:lnSpc>
                <a:spcBef>
                  <a:spcPts val="0"/>
                </a:spcBef>
                <a:spcAft>
                  <a:spcPts val="0"/>
                </a:spcAft>
                <a:buClr>
                  <a:srgbClr val="000000"/>
                </a:buClr>
                <a:buSzPts val="1800"/>
                <a:buFont typeface="Arial"/>
                <a:buNone/>
              </a:pPr>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75"/>
          <p:cNvSpPr txBox="1">
            <a:spLocks noGrp="1"/>
          </p:cNvSpPr>
          <p:nvPr>
            <p:ph type="title"/>
          </p:nvPr>
        </p:nvSpPr>
        <p:spPr>
          <a:xfrm>
            <a:off x="1645920" y="429905"/>
            <a:ext cx="15087600" cy="2176136"/>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7200"/>
              <a:buFont typeface="Calibri"/>
              <a:buNone/>
            </a:pPr>
            <a:r>
              <a:rPr lang="en-US" b="1">
                <a:latin typeface="Times New Roman"/>
                <a:ea typeface="Times New Roman"/>
                <a:cs typeface="Times New Roman"/>
                <a:sym typeface="Times New Roman"/>
              </a:rPr>
              <a:t>EXCERCISE</a:t>
            </a:r>
            <a:endParaRPr/>
          </a:p>
        </p:txBody>
      </p:sp>
      <p:sp>
        <p:nvSpPr>
          <p:cNvPr id="450" name="Google Shape;450;p75"/>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228600" algn="l" rtl="0">
              <a:lnSpc>
                <a:spcPct val="90000"/>
              </a:lnSpc>
              <a:spcBef>
                <a:spcPts val="1800"/>
              </a:spcBef>
              <a:spcAft>
                <a:spcPts val="0"/>
              </a:spcAft>
              <a:buSzPts val="1800"/>
              <a:buFont typeface="Noto Sans Symbols"/>
              <a:buNone/>
            </a:pPr>
            <a:endParaRPr sz="4400" b="1">
              <a:solidFill>
                <a:schemeClr val="dk1"/>
              </a:solidFill>
              <a:latin typeface="Times New Roman"/>
              <a:ea typeface="Times New Roman"/>
              <a:cs typeface="Times New Roman"/>
              <a:sym typeface="Times New Roman"/>
            </a:endParaRPr>
          </a:p>
          <a:p>
            <a:pPr marL="457200" lvl="0" indent="-228600" algn="l" rtl="0">
              <a:lnSpc>
                <a:spcPct val="90000"/>
              </a:lnSpc>
              <a:spcBef>
                <a:spcPts val="1800"/>
              </a:spcBef>
              <a:spcAft>
                <a:spcPts val="0"/>
              </a:spcAft>
              <a:buSzPts val="1800"/>
              <a:buFont typeface="Noto Sans Symbols"/>
              <a:buNone/>
            </a:pPr>
            <a:r>
              <a:rPr lang="en-US" sz="4400" b="1">
                <a:solidFill>
                  <a:schemeClr val="dk1"/>
                </a:solidFill>
                <a:latin typeface="Times New Roman"/>
                <a:ea typeface="Times New Roman"/>
                <a:cs typeface="Times New Roman"/>
                <a:sym typeface="Times New Roman"/>
              </a:rPr>
              <a:t>Write a c program for performing any four arithmetic operations by defining each operations separately in a function.</a:t>
            </a:r>
            <a:endParaRPr sz="4400" b="1">
              <a:solidFill>
                <a:schemeClr val="dk1"/>
              </a:solidFill>
              <a:latin typeface="Times New Roman"/>
              <a:ea typeface="Times New Roman"/>
              <a:cs typeface="Times New Roman"/>
              <a:sym typeface="Times New Roman"/>
            </a:endParaRPr>
          </a:p>
          <a:p>
            <a:pPr marL="457200" lvl="0" indent="-228600" algn="l" rtl="0">
              <a:lnSpc>
                <a:spcPct val="90000"/>
              </a:lnSpc>
              <a:spcBef>
                <a:spcPts val="1800"/>
              </a:spcBef>
              <a:spcAft>
                <a:spcPts val="0"/>
              </a:spcAft>
              <a:buSzPts val="1800"/>
              <a:buFont typeface="Noto Sans Symbols"/>
              <a:buNone/>
            </a:pPr>
            <a:endParaRPr sz="4400" b="1">
              <a:solidFill>
                <a:schemeClr val="dk1"/>
              </a:solidFill>
              <a:latin typeface="Times New Roman"/>
              <a:ea typeface="Times New Roman"/>
              <a:cs typeface="Times New Roman"/>
              <a:sym typeface="Times New Roman"/>
            </a:endParaRPr>
          </a:p>
          <a:p>
            <a:pPr marL="457200" lvl="0" indent="-228600" algn="l" rtl="0">
              <a:lnSpc>
                <a:spcPct val="90000"/>
              </a:lnSpc>
              <a:spcBef>
                <a:spcPts val="1800"/>
              </a:spcBef>
              <a:spcAft>
                <a:spcPts val="0"/>
              </a:spcAft>
              <a:buSzPts val="1800"/>
              <a:buFont typeface="Noto Sans Symbols"/>
              <a:buNone/>
            </a:pPr>
            <a:r>
              <a:rPr lang="en-US" sz="4400" b="1">
                <a:solidFill>
                  <a:schemeClr val="dk1"/>
                </a:solidFill>
                <a:latin typeface="Times New Roman"/>
                <a:ea typeface="Times New Roman"/>
                <a:cs typeface="Times New Roman"/>
                <a:sym typeface="Times New Roman"/>
              </a:rPr>
              <a:t>Write a recursive function to generate fibonacci series.</a:t>
            </a:r>
            <a:endParaRPr sz="4400" b="1">
              <a:solidFill>
                <a:schemeClr val="dk1"/>
              </a:solidFill>
              <a:latin typeface="Times New Roman"/>
              <a:ea typeface="Times New Roman"/>
              <a:cs typeface="Times New Roman"/>
              <a:sym typeface="Times New Roman"/>
            </a:endParaRPr>
          </a:p>
          <a:p>
            <a:pPr marL="457200" lvl="0" indent="-228600" algn="l" rtl="0">
              <a:lnSpc>
                <a:spcPct val="90000"/>
              </a:lnSpc>
              <a:spcBef>
                <a:spcPts val="1800"/>
              </a:spcBef>
              <a:spcAft>
                <a:spcPts val="0"/>
              </a:spcAft>
              <a:buSzPts val="1800"/>
              <a:buFont typeface="Noto Sans Symbols"/>
              <a:buNone/>
            </a:pPr>
            <a:endParaRPr sz="4400" b="1">
              <a:solidFill>
                <a:schemeClr val="dk1"/>
              </a:solidFill>
              <a:latin typeface="Times New Roman"/>
              <a:ea typeface="Times New Roman"/>
              <a:cs typeface="Times New Roman"/>
              <a:sym typeface="Times New Roman"/>
            </a:endParaRPr>
          </a:p>
        </p:txBody>
      </p:sp>
      <p:sp>
        <p:nvSpPr>
          <p:cNvPr id="451" name="Google Shape;451;p75"/>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41</a:t>
            </a:fld>
            <a:endParaRPr/>
          </a:p>
        </p:txBody>
      </p:sp>
      <p:sp>
        <p:nvSpPr>
          <p:cNvPr id="452" name="Google Shape;452;p75"/>
          <p:cNvSpPr txBox="1"/>
          <p:nvPr/>
        </p:nvSpPr>
        <p:spPr>
          <a:xfrm>
            <a:off x="14222730" y="3166745"/>
            <a:ext cx="6096000" cy="30670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30"/>
          <p:cNvSpPr txBox="1">
            <a:spLocks noGrp="1"/>
          </p:cNvSpPr>
          <p:nvPr>
            <p:ph type="body" idx="1"/>
          </p:nvPr>
        </p:nvSpPr>
        <p:spPr>
          <a:xfrm>
            <a:off x="1645920" y="2768601"/>
            <a:ext cx="15087600" cy="6035040"/>
          </a:xfrm>
          <a:prstGeom prst="rect">
            <a:avLst/>
          </a:prstGeom>
          <a:noFill/>
          <a:ln>
            <a:noFill/>
          </a:ln>
        </p:spPr>
        <p:txBody>
          <a:bodyPr spcFirstLastPara="1" wrap="square" lIns="0" tIns="45700" rIns="0" bIns="45700" anchor="t" anchorCtr="0">
            <a:normAutofit/>
          </a:bodyPr>
          <a:lstStyle/>
          <a:p>
            <a:pPr marL="457200" lvl="0" indent="-342900" algn="ctr" rtl="0">
              <a:lnSpc>
                <a:spcPct val="280000"/>
              </a:lnSpc>
              <a:spcBef>
                <a:spcPts val="1800"/>
              </a:spcBef>
              <a:spcAft>
                <a:spcPts val="0"/>
              </a:spcAft>
              <a:buSzPts val="1800"/>
              <a:buChar char=" "/>
            </a:pPr>
            <a:r>
              <a:rPr lang="en-US" sz="8000"/>
              <a:t>THANK YOU</a:t>
            </a:r>
            <a:endParaRPr sz="8000"/>
          </a:p>
        </p:txBody>
      </p:sp>
      <p:sp>
        <p:nvSpPr>
          <p:cNvPr id="458" name="Google Shape;458;p30"/>
          <p:cNvSpPr txBox="1">
            <a:spLocks noGrp="1"/>
          </p:cNvSpPr>
          <p:nvPr>
            <p:ph type="sldNum" idx="12"/>
          </p:nvPr>
        </p:nvSpPr>
        <p:spPr>
          <a:xfrm>
            <a:off x="14850688" y="9689678"/>
            <a:ext cx="1968038" cy="547688"/>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800"/>
              <a:buNone/>
            </a:pPr>
            <a:fld id="{00000000-1234-1234-1234-123412341234}" type="slidenum">
              <a:rPr lang="en-US"/>
              <a:pPr marL="0" lvl="0" indent="0" algn="r" rtl="0">
                <a:lnSpc>
                  <a:spcPct val="100000"/>
                </a:lnSpc>
                <a:spcBef>
                  <a:spcPts val="0"/>
                </a:spcBef>
                <a:spcAft>
                  <a:spcPts val="0"/>
                </a:spcAft>
                <a:buSzPts val="1800"/>
                <a:buNone/>
              </a:pPr>
              <a:t>42</a:t>
            </a:fld>
            <a:endParaRPr/>
          </a:p>
        </p:txBody>
      </p:sp>
    </p:spTree>
  </p:cSld>
  <p:clrMapOvr>
    <a:masterClrMapping/>
  </p:clrMapOvr>
</p:sld>
</file>

<file path=ppt/theme/theme1.xml><?xml version="1.0" encoding="utf-8"?>
<a:theme xmlns:a="http://schemas.openxmlformats.org/drawingml/2006/main" name="Retrospect">
  <a:themeElements>
    <a:clrScheme name="Blue Green">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1635</Words>
  <PresentationFormat>Custom</PresentationFormat>
  <Paragraphs>317</Paragraphs>
  <Slides>42</Slides>
  <Notes>42</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Retrospect</vt:lpstr>
      <vt:lpstr>Slide 1</vt:lpstr>
      <vt:lpstr>CONTENT</vt:lpstr>
      <vt:lpstr>Introduction</vt:lpstr>
      <vt:lpstr>C Functions</vt:lpstr>
      <vt:lpstr>Predefined Functions</vt:lpstr>
      <vt:lpstr>Syntax</vt:lpstr>
      <vt:lpstr>Function Declarations</vt:lpstr>
      <vt:lpstr>Function Definition</vt:lpstr>
      <vt:lpstr>C Function Declaration and Definition</vt:lpstr>
      <vt:lpstr>Programming example:</vt:lpstr>
      <vt:lpstr>Function Call</vt:lpstr>
      <vt:lpstr>Create a Function</vt:lpstr>
      <vt:lpstr>Call a Function</vt:lpstr>
      <vt:lpstr>A function can be called multiple times:</vt:lpstr>
      <vt:lpstr>C Function Parameters</vt:lpstr>
      <vt:lpstr>The following function that takes a string of characters with name as parameter. When the function is called, we pass along a name, which is used inside the function to print "Hello" and the name of each person.</vt:lpstr>
      <vt:lpstr>Multiple Parameters</vt:lpstr>
      <vt:lpstr>Pass Arrays as Function Parameters </vt:lpstr>
      <vt:lpstr>Passing arrays as function parameters</vt:lpstr>
      <vt:lpstr>Equivalence between array and pointer</vt:lpstr>
      <vt:lpstr>Return Values</vt:lpstr>
      <vt:lpstr>You can also store the result in a variable: </vt:lpstr>
      <vt:lpstr>Function categories </vt:lpstr>
      <vt:lpstr>Functions without arguments and without return values</vt:lpstr>
      <vt:lpstr>Functions without arguments and with return values</vt:lpstr>
      <vt:lpstr>Functions with arguments and without return values</vt:lpstr>
      <vt:lpstr>Functions with arguments and return values</vt:lpstr>
      <vt:lpstr>Difference between the Call by Value and Call by Reference</vt:lpstr>
      <vt:lpstr>Pointers as function arguments</vt:lpstr>
      <vt:lpstr>Pointers as function arguments</vt:lpstr>
      <vt:lpstr>Arguments Passing with pointers  </vt:lpstr>
      <vt:lpstr>Arguments Passing with pointers  </vt:lpstr>
      <vt:lpstr>Recursion</vt:lpstr>
      <vt:lpstr>Advantages and Disadvantages of Recursion</vt:lpstr>
      <vt:lpstr>Slide 35</vt:lpstr>
      <vt:lpstr>Calculation of Factorial</vt:lpstr>
      <vt:lpstr>Factorial – Recursive implementation</vt:lpstr>
      <vt:lpstr>Find the Output</vt:lpstr>
      <vt:lpstr>MCQs</vt:lpstr>
      <vt:lpstr>Slide 40</vt:lpstr>
      <vt:lpstr>EXCERCISE</vt:lpstr>
      <vt:lpstr>Slide 42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Manojkumar N</dc:creator>
  <cp:lastModifiedBy>Windows User</cp:lastModifiedBy>
  <cp:revision>9</cp:revision>
  <dcterms:created xsi:type="dcterms:W3CDTF">2024-04-29T17:39:00Z</dcterms:created>
  <dcterms:modified xsi:type="dcterms:W3CDTF">2026-04-13T09:06:25Z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89EE99F6503E471885A3EECA3BCDD05F_13</vt:lpwstr>
  </property>
  <property fmtid="{D5CDD505-2E9C-101B-9397-08002B2CF9AE}" pid="3" name="KSOProductBuildVer">
    <vt:lpwstr>1033-12.2.0.16731</vt:lpwstr>
  </property>
</Properties>
</file>